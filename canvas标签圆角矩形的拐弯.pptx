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4017010" y="1073150"/>
            <a:ext cx="9525" cy="2270125"/>
          </a:xfrm>
          <a:prstGeom prst="line">
            <a:avLst/>
          </a:prstGeom>
          <a:ln w="508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046855" y="641350"/>
            <a:ext cx="1977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</a:t>
            </a:r>
            <a:r>
              <a:rPr lang="zh-CN" altLang="en-US" sz="2400"/>
              <a:t>点（开始点）</a:t>
            </a:r>
            <a:endParaRPr lang="zh-CN" altLang="en-US" sz="2400"/>
          </a:p>
        </p:txBody>
      </p:sp>
      <p:sp>
        <p:nvSpPr>
          <p:cNvPr id="8" name="弧形 7"/>
          <p:cNvSpPr/>
          <p:nvPr/>
        </p:nvSpPr>
        <p:spPr>
          <a:xfrm>
            <a:off x="4026535" y="2921635"/>
            <a:ext cx="924560" cy="843915"/>
          </a:xfrm>
          <a:prstGeom prst="arc">
            <a:avLst>
              <a:gd name="adj1" fmla="val 1298035"/>
              <a:gd name="adj2" fmla="val 10933723"/>
            </a:avLst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endCxn id="13" idx="6"/>
          </p:cNvCxnSpPr>
          <p:nvPr/>
        </p:nvCxnSpPr>
        <p:spPr>
          <a:xfrm flipV="1">
            <a:off x="3544570" y="2456815"/>
            <a:ext cx="2549525" cy="2369820"/>
          </a:xfrm>
          <a:prstGeom prst="line">
            <a:avLst/>
          </a:prstGeom>
          <a:ln w="28575" cmpd="sng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17010" y="2559685"/>
            <a:ext cx="9525" cy="2560955"/>
          </a:xfrm>
          <a:prstGeom prst="line">
            <a:avLst/>
          </a:prstGeom>
          <a:ln w="28575" cmpd="sng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3876040" y="4246880"/>
            <a:ext cx="301625" cy="2800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876040" y="981075"/>
            <a:ext cx="291465" cy="311150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652135" y="2253615"/>
            <a:ext cx="441960" cy="4064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82440" y="4246880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</a:t>
            </a:r>
            <a:r>
              <a:rPr lang="zh-CN" altLang="en-US" sz="2400"/>
              <a:t>点</a:t>
            </a:r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6165850" y="2075815"/>
            <a:ext cx="954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C</a:t>
            </a:r>
            <a:r>
              <a:rPr lang="zh-CN" altLang="en-US" sz="2400"/>
              <a:t>点</a:t>
            </a:r>
            <a:endParaRPr lang="zh-CN" altLang="en-US" sz="2400"/>
          </a:p>
        </p:txBody>
      </p:sp>
      <p:sp>
        <p:nvSpPr>
          <p:cNvPr id="16" name="文本框 15"/>
          <p:cNvSpPr txBox="1"/>
          <p:nvPr/>
        </p:nvSpPr>
        <p:spPr>
          <a:xfrm>
            <a:off x="7421245" y="875665"/>
            <a:ext cx="4248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arcTo(B</a:t>
            </a:r>
            <a:r>
              <a:rPr lang="zh-CN" altLang="en-US" sz="2800"/>
              <a:t>点</a:t>
            </a:r>
            <a:r>
              <a:rPr lang="en-US" altLang="zh-CN" sz="2800"/>
              <a:t>, C</a:t>
            </a:r>
            <a:r>
              <a:rPr lang="zh-CN" altLang="en-US" sz="2800"/>
              <a:t>点</a:t>
            </a:r>
            <a:r>
              <a:rPr lang="en-US" altLang="zh-CN" sz="2800"/>
              <a:t>, </a:t>
            </a:r>
            <a:r>
              <a:rPr lang="zh-CN" altLang="en-US" sz="2800"/>
              <a:t>圆的直径</a:t>
            </a:r>
            <a:r>
              <a:rPr lang="en-US" altLang="zh-CN" sz="2800"/>
              <a:t>)</a:t>
            </a:r>
            <a:endParaRPr lang="en-US" altLang="zh-CN" sz="2800"/>
          </a:p>
        </p:txBody>
      </p:sp>
      <p:sp>
        <p:nvSpPr>
          <p:cNvPr id="17" name="文本框 16"/>
          <p:cNvSpPr txBox="1"/>
          <p:nvPr/>
        </p:nvSpPr>
        <p:spPr>
          <a:xfrm>
            <a:off x="7813040" y="4526915"/>
            <a:ext cx="43789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</a:t>
            </a:r>
            <a:r>
              <a:rPr lang="zh-CN" altLang="en-US"/>
              <a:t>点的坐标 </a:t>
            </a:r>
            <a:r>
              <a:rPr lang="en-US" altLang="zh-CN"/>
              <a:t>x   y</a:t>
            </a:r>
            <a:endParaRPr lang="en-US" altLang="zh-CN"/>
          </a:p>
          <a:p>
            <a:r>
              <a:rPr lang="en-US" altLang="zh-CN"/>
              <a:t>B</a:t>
            </a:r>
            <a:r>
              <a:rPr lang="zh-CN" altLang="en-US"/>
              <a:t>点的坐标 </a:t>
            </a:r>
            <a:r>
              <a:rPr lang="en-US" altLang="zh-CN"/>
              <a:t>x   y</a:t>
            </a:r>
            <a:endParaRPr lang="en-US" altLang="zh-CN"/>
          </a:p>
          <a:p>
            <a:r>
              <a:rPr lang="en-US" altLang="zh-CN"/>
              <a:t>C</a:t>
            </a:r>
            <a:r>
              <a:rPr lang="zh-CN" altLang="en-US"/>
              <a:t>点的坐标 </a:t>
            </a:r>
            <a:r>
              <a:rPr lang="en-US" altLang="zh-CN"/>
              <a:t>x   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</a:t>
            </a:r>
            <a:r>
              <a:rPr lang="zh-CN" altLang="en-US"/>
              <a:t>点向</a:t>
            </a:r>
            <a:r>
              <a:rPr lang="en-US" altLang="zh-CN"/>
              <a:t>C</a:t>
            </a:r>
            <a:r>
              <a:rPr lang="zh-CN" altLang="en-US"/>
              <a:t>点的坐标 拐弯 指向 </a:t>
            </a:r>
            <a:r>
              <a:rPr lang="en-US" altLang="zh-CN"/>
              <a:t>C</a:t>
            </a:r>
            <a:r>
              <a:rPr lang="zh-CN" altLang="en-US"/>
              <a:t>点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圆的直径会影响 开始拐点</a:t>
            </a:r>
            <a:endParaRPr lang="zh-CN" altLang="en-US"/>
          </a:p>
          <a:p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075430" y="3343910"/>
            <a:ext cx="895350" cy="13970"/>
          </a:xfrm>
          <a:prstGeom prst="line">
            <a:avLst/>
          </a:prstGeom>
          <a:ln w="44450" cmpd="thickThin">
            <a:solidFill>
              <a:schemeClr val="accent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046855" y="2921635"/>
            <a:ext cx="1534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圆的直径</a:t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3876040" y="3240405"/>
            <a:ext cx="200025" cy="22098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459990" y="3166745"/>
            <a:ext cx="1355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开始拐点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825365" y="3461385"/>
            <a:ext cx="145415" cy="15113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51425" y="3357880"/>
            <a:ext cx="2068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下次 </a:t>
            </a:r>
            <a:r>
              <a:rPr lang="en-US" altLang="zh-CN" sz="2000"/>
              <a:t>arcTo()</a:t>
            </a:r>
            <a:r>
              <a:rPr lang="en-US" altLang="zh-CN"/>
              <a:t> </a:t>
            </a:r>
            <a:r>
              <a:rPr lang="zh-CN" altLang="en-US"/>
              <a:t>的</a:t>
            </a:r>
            <a:r>
              <a:rPr lang="en-US" altLang="zh-CN"/>
              <a:t>B</a:t>
            </a:r>
            <a:r>
              <a:rPr lang="zh-CN" altLang="en-US"/>
              <a:t>点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WPS 演示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个头北北叫</cp:lastModifiedBy>
  <cp:revision>5</cp:revision>
  <dcterms:created xsi:type="dcterms:W3CDTF">2020-05-03T20:37:00Z</dcterms:created>
  <dcterms:modified xsi:type="dcterms:W3CDTF">2020-05-03T21:21:42Z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