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56352-C7FC-49F8-8BFC-2C5411989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5C9318-B81A-48A0-A5DF-307A241F8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D78DBB-CA9D-4A86-A219-D6168799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25D54D-DA9A-439F-AAD2-224E0F5D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B6C49-0595-4C76-A5C9-6DB39A20D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002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E442B-01AC-4316-956D-C0D1F93A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0A50C7-383E-4B03-A1ED-D74C025EA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41A33E-EF62-4DBF-935E-0C0AEB00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AE6F4-D4DA-48E9-89F0-A5C65DCB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C52F7-45C4-46F1-8336-F437A50C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70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4F8E4-38B4-4671-B177-35AFF19D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677553-6862-42A5-9184-2F46D8CAE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99D4B-C67C-4E54-AD19-D2987AFC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75303-9429-4F04-8413-03CD0023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6D993-3D49-46AE-910F-98B9BC83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347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AEA7A-03B8-4494-A0A4-46491ED5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1BC06-CCD0-4115-9A54-A13352903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A190B9-7738-4666-98BD-B33633FEE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5E26C-400D-4810-8097-BFE8EE6D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594749-6BEE-4F01-9413-BC28674D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1DF1EE-775A-4C5D-BC5D-0EF7EF7D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22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6255D0-ED2B-4E2C-B0CF-2686F498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D7A30C-7D67-455F-BC23-4FB222803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E1B909-F896-4118-A4CB-AB3C72B60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E18058-6B03-4FAB-B6CA-845B921BE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E15CF8-DE0D-4F7D-BDB1-0CBE754DC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0E7FA4-C4E0-406E-B964-1EE264BD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312827-42FE-4073-B864-87E642D1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D81FCC-D60C-46FD-A722-00BFABA9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61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2B706-27BF-48B0-AA4B-C105E97A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BB764D-92BE-466B-ADFC-A5870431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EA5333-BD5A-4CD3-893E-74C9847C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9277D8-C7A3-466D-A9BE-D4247AF5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87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E90CAA-CC92-4D87-AFD8-51B5C309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7A143F-B33B-4F41-B4E3-5CFEEC14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687AF5-E113-4AAD-B114-E09337AC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63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937A5-C2BD-4368-B490-F181FFE6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0E21CA-EE39-4B91-A364-59E6975D8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0C2CDB-7F0A-487F-B1A0-15075B968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ADFACC-880D-4C89-B310-27B9D5AC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FE880E-67BA-4AE2-A55B-791D5A6C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E17B9F-1E22-4D20-A8C3-A5BEA2D1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38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6D37D-3987-4249-B2E0-4A6ECACC4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509199-E4A6-4871-BC0D-BD9AA4F8E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0A3142-D3A4-48BB-88C6-1A323F4F3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67BBD2-FA1D-42EC-9B95-D6984D2C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CA1B0A-6169-451D-B8D3-E1714A51A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F6CCB3-6D1C-4486-8B58-6AC64EA5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90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4EC49-15C4-48DE-8321-71862A21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A69021-E504-4A47-8B74-061B3A88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572096-C305-4888-B817-707F15EE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49E20-4FF9-4593-9199-ED81B918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33077-D7F0-4268-8451-BB9F1FB1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669C22-45F7-4A6D-A8B1-520B29923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155FF-90D9-4B82-9832-22206B193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13C3F3-5EB8-4191-9091-426E5674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411E9D-D020-4182-8AFC-99220802D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FFF483-465B-421D-8168-B4683E75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45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CBC3B9-DEAD-40AA-9271-A5F40508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04FC1A-8BFC-4C8F-BDBA-84BA81414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F1DBD6-9A00-47C7-86C1-464DDFC9E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B26E5-BF64-4434-9CE6-E2EC4935F2D4}" type="datetimeFigureOut">
              <a:rPr lang="zh-CN" altLang="en-US" smtClean="0"/>
              <a:t>2020/1/14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89515-0CD8-4500-BAB4-3F82DDB78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87D30-FF95-4EDC-9A38-207ED72EF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F662C-A5F2-4661-98CE-C78CB91A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26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6175D15-7570-497F-9512-48FE4B47F4B3}"/>
              </a:ext>
            </a:extLst>
          </p:cNvPr>
          <p:cNvSpPr/>
          <p:nvPr/>
        </p:nvSpPr>
        <p:spPr>
          <a:xfrm>
            <a:off x="2356702" y="1291471"/>
            <a:ext cx="1659117" cy="15365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B1322E-8F5E-4406-9879-ED3113F5D52C}"/>
              </a:ext>
            </a:extLst>
          </p:cNvPr>
          <p:cNvSpPr/>
          <p:nvPr/>
        </p:nvSpPr>
        <p:spPr>
          <a:xfrm>
            <a:off x="5439266" y="179109"/>
            <a:ext cx="1376313" cy="3249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67274A-3DA9-4B79-A83D-24494A5E32FB}"/>
              </a:ext>
            </a:extLst>
          </p:cNvPr>
          <p:cNvSpPr txBox="1"/>
          <p:nvPr/>
        </p:nvSpPr>
        <p:spPr>
          <a:xfrm>
            <a:off x="2620652" y="1385740"/>
            <a:ext cx="1329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移动体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9E5A4F-1E21-4E68-A4A1-5AE7B9FB79F3}"/>
              </a:ext>
            </a:extLst>
          </p:cNvPr>
          <p:cNvSpPr txBox="1"/>
          <p:nvPr/>
        </p:nvSpPr>
        <p:spPr>
          <a:xfrm>
            <a:off x="5580668" y="273377"/>
            <a:ext cx="1065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障碍体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B787981-B6DC-4BCC-8199-31C1D3A584AE}"/>
              </a:ext>
            </a:extLst>
          </p:cNvPr>
          <p:cNvCxnSpPr/>
          <p:nvPr/>
        </p:nvCxnSpPr>
        <p:spPr>
          <a:xfrm>
            <a:off x="3129699" y="2111604"/>
            <a:ext cx="2966301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E76B45B-2B52-4CF6-A911-1926265B62CA}"/>
              </a:ext>
            </a:extLst>
          </p:cNvPr>
          <p:cNvSpPr txBox="1"/>
          <p:nvPr/>
        </p:nvSpPr>
        <p:spPr>
          <a:xfrm>
            <a:off x="1253765" y="3242821"/>
            <a:ext cx="4006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移动体的半径到障碍体半径距离，</a:t>
            </a:r>
            <a:endParaRPr lang="en-US" altLang="zh-CN" dirty="0"/>
          </a:p>
          <a:p>
            <a:r>
              <a:rPr lang="zh-CN" altLang="en-US" dirty="0"/>
              <a:t>是否大于，移动体的一半宽度和障碍体的一半宽度，如果大于，为不碰撞。</a:t>
            </a:r>
            <a:endParaRPr lang="en-US" altLang="zh-CN" dirty="0"/>
          </a:p>
          <a:p>
            <a:r>
              <a:rPr lang="zh-CN" altLang="en-US" dirty="0"/>
              <a:t>小于或等于   为碰撞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A64C11-E565-4F2C-A619-CDD8B1ED4C02}"/>
              </a:ext>
            </a:extLst>
          </p:cNvPr>
          <p:cNvSpPr/>
          <p:nvPr/>
        </p:nvSpPr>
        <p:spPr>
          <a:xfrm>
            <a:off x="5986020" y="4352417"/>
            <a:ext cx="1659117" cy="15365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0B7400-7957-43BA-B8A6-10E86F8D5DAA}"/>
              </a:ext>
            </a:extLst>
          </p:cNvPr>
          <p:cNvSpPr/>
          <p:nvPr/>
        </p:nvSpPr>
        <p:spPr>
          <a:xfrm>
            <a:off x="7198151" y="2818204"/>
            <a:ext cx="1376313" cy="32498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3C9F285-3706-4360-87EE-0F6A988A964D}"/>
              </a:ext>
            </a:extLst>
          </p:cNvPr>
          <p:cNvCxnSpPr>
            <a:cxnSpLocks/>
          </p:cNvCxnSpPr>
          <p:nvPr/>
        </p:nvCxnSpPr>
        <p:spPr>
          <a:xfrm>
            <a:off x="6741736" y="5120701"/>
            <a:ext cx="128597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929A826-DB3B-4F48-A419-B274685EC4D3}"/>
              </a:ext>
            </a:extLst>
          </p:cNvPr>
          <p:cNvSpPr txBox="1"/>
          <p:nvPr/>
        </p:nvSpPr>
        <p:spPr>
          <a:xfrm>
            <a:off x="263951" y="94268"/>
            <a:ext cx="235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横向相交</a:t>
            </a:r>
          </a:p>
        </p:txBody>
      </p:sp>
    </p:spTree>
    <p:extLst>
      <p:ext uri="{BB962C8B-B14F-4D97-AF65-F5344CB8AC3E}">
        <p14:creationId xmlns:p14="http://schemas.microsoft.com/office/powerpoint/2010/main" val="3253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E8B800-7100-42F4-BED4-0A6125433D76}"/>
              </a:ext>
            </a:extLst>
          </p:cNvPr>
          <p:cNvSpPr txBox="1"/>
          <p:nvPr/>
        </p:nvSpPr>
        <p:spPr>
          <a:xfrm>
            <a:off x="169682" y="131975"/>
            <a:ext cx="2535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纵向相交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FBB981-77B3-484D-87B7-FB820A9C04EE}"/>
              </a:ext>
            </a:extLst>
          </p:cNvPr>
          <p:cNvSpPr/>
          <p:nvPr/>
        </p:nvSpPr>
        <p:spPr>
          <a:xfrm>
            <a:off x="3091992" y="801278"/>
            <a:ext cx="1366886" cy="13291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4D13AB-BA59-4099-BBA2-955C7EE0251D}"/>
              </a:ext>
            </a:extLst>
          </p:cNvPr>
          <p:cNvSpPr/>
          <p:nvPr/>
        </p:nvSpPr>
        <p:spPr>
          <a:xfrm>
            <a:off x="3176833" y="2394408"/>
            <a:ext cx="1366886" cy="3007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3FCB016-5018-44D5-9729-80A08D206688}"/>
              </a:ext>
            </a:extLst>
          </p:cNvPr>
          <p:cNvCxnSpPr/>
          <p:nvPr/>
        </p:nvCxnSpPr>
        <p:spPr>
          <a:xfrm>
            <a:off x="3780148" y="1498862"/>
            <a:ext cx="0" cy="2403835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BB9E938-1386-4B5F-82EF-EAC6823B0270}"/>
              </a:ext>
            </a:extLst>
          </p:cNvPr>
          <p:cNvSpPr txBox="1"/>
          <p:nvPr/>
        </p:nvSpPr>
        <p:spPr>
          <a:xfrm>
            <a:off x="5165889" y="1225485"/>
            <a:ext cx="3619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移动体纵向半径到障碍体纵向半径的距离是否大于，移动体纵向半径和障碍体纵向半径。大于  为没有碰撞</a:t>
            </a:r>
            <a:endParaRPr lang="en-US" altLang="zh-CN" dirty="0"/>
          </a:p>
          <a:p>
            <a:r>
              <a:rPr lang="zh-CN" altLang="en-US" dirty="0"/>
              <a:t>小于或等于   为碰撞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6BA48F-7756-473E-A80F-F2CE46E47F81}"/>
              </a:ext>
            </a:extLst>
          </p:cNvPr>
          <p:cNvSpPr txBox="1"/>
          <p:nvPr/>
        </p:nvSpPr>
        <p:spPr>
          <a:xfrm>
            <a:off x="3261674" y="801278"/>
            <a:ext cx="111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移动体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8B35D2F-66DF-4848-992F-CD5385A9145A}"/>
              </a:ext>
            </a:extLst>
          </p:cNvPr>
          <p:cNvSpPr txBox="1"/>
          <p:nvPr/>
        </p:nvSpPr>
        <p:spPr>
          <a:xfrm>
            <a:off x="3384223" y="4072379"/>
            <a:ext cx="876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障碍体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F22232-3659-45C7-BE09-38C220BE71E2}"/>
              </a:ext>
            </a:extLst>
          </p:cNvPr>
          <p:cNvSpPr/>
          <p:nvPr/>
        </p:nvSpPr>
        <p:spPr>
          <a:xfrm>
            <a:off x="6380373" y="3065397"/>
            <a:ext cx="1366886" cy="13291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372CA2-2B1F-46A7-8DBB-A0D92AB8D815}"/>
              </a:ext>
            </a:extLst>
          </p:cNvPr>
          <p:cNvSpPr/>
          <p:nvPr/>
        </p:nvSpPr>
        <p:spPr>
          <a:xfrm>
            <a:off x="6422793" y="3897983"/>
            <a:ext cx="1282045" cy="22624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FAA9A80-B6FD-4AFD-A96A-397B1982B872}"/>
              </a:ext>
            </a:extLst>
          </p:cNvPr>
          <p:cNvCxnSpPr>
            <a:cxnSpLocks/>
          </p:cNvCxnSpPr>
          <p:nvPr/>
        </p:nvCxnSpPr>
        <p:spPr>
          <a:xfrm>
            <a:off x="7063815" y="3692165"/>
            <a:ext cx="0" cy="1511431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9EE00E8-39E3-4D31-BD18-C8A69C5A8619}"/>
              </a:ext>
            </a:extLst>
          </p:cNvPr>
          <p:cNvSpPr txBox="1"/>
          <p:nvPr/>
        </p:nvSpPr>
        <p:spPr>
          <a:xfrm>
            <a:off x="6636470" y="3148553"/>
            <a:ext cx="82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移动体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568971-A78F-45C1-9005-1AA27A455C02}"/>
              </a:ext>
            </a:extLst>
          </p:cNvPr>
          <p:cNvSpPr txBox="1"/>
          <p:nvPr/>
        </p:nvSpPr>
        <p:spPr>
          <a:xfrm>
            <a:off x="6636470" y="5401559"/>
            <a:ext cx="82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障碍体</a:t>
            </a:r>
          </a:p>
        </p:txBody>
      </p:sp>
    </p:spTree>
    <p:extLst>
      <p:ext uri="{BB962C8B-B14F-4D97-AF65-F5344CB8AC3E}">
        <p14:creationId xmlns:p14="http://schemas.microsoft.com/office/powerpoint/2010/main" val="2857340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</Words>
  <Application>Microsoft Office PowerPoint</Application>
  <PresentationFormat>宽屏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劉 玉联</dc:creator>
  <cp:lastModifiedBy>劉 玉联</cp:lastModifiedBy>
  <cp:revision>2</cp:revision>
  <dcterms:created xsi:type="dcterms:W3CDTF">2020-01-14T09:25:21Z</dcterms:created>
  <dcterms:modified xsi:type="dcterms:W3CDTF">2020-01-14T09:46:26Z</dcterms:modified>
</cp:coreProperties>
</file>