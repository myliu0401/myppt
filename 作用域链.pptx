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2A50D-68AA-4D8F-B1F4-FB8F8D178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0E1952-5053-49CC-B711-0F19C937F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403880-FF59-44E8-B4C8-6DA49BD9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58512E-C606-4EFE-9600-C235ABFC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1DB898-E521-4FD2-A541-A9D70597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9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2369F-B881-4412-9724-2F8DC12C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95D551-4F50-4EDC-B925-9B866149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8FC924-4063-42F0-B2C1-4348DED9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357C32-0FAC-4E78-97DC-5C542BCE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A8F82-8D0F-4BFD-BE7C-59120BC8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70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D0A7D-EF64-4D6B-AA63-6133CB2B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699EE1-E51D-4251-9939-A93379A48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D38A1D-2D8C-4645-A7E7-C7F449CE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B2541C-8E1D-47FC-9A9E-ABE275DA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F932F4-388F-4F0A-9B73-7F519B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0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A87CD-56DA-495D-B3AE-41C9DB44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961642-6E53-49FD-9396-45CF91874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61BDC5-7BB0-4B48-A0AF-977E8F670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EF976-F075-41BE-B93B-1295F725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2A0537-D096-46E1-AA91-81A9CED5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6F22B5-B282-408B-8725-D43461FA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34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69639-B0E9-458B-9E39-163579DF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2CCE6D-E2D6-481A-B1C4-E7DE762BB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FAF19E-6236-4019-BDC1-0851C700D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79A942-E474-4167-947D-43C749672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DC4D22-CFDF-4E07-BCC0-B6C6884C6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0A4D4C-DF89-4C00-BF27-5EC71ADB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65648A-8EA1-40B8-A30C-93C8021B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110EC9-E8B4-476D-B226-CB9FB1132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86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FF12D-22CC-471F-8915-26098311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268D75-662B-4DBC-9D24-C287F32DB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A87D46-A316-4487-94AA-3C21AD82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AD0222-CCA7-4AB7-983D-4E1AECE3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78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09C612-BBA0-4624-A2B5-FA380BD5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EE2723-F9BB-47CB-95C7-7DEEEA43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D7C865-9571-42BC-9133-D0BC5D4EC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84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F2C8F8-B3B9-4186-BD22-5C7B8CBF1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CAF388-9003-4975-AFA4-85D8BAE84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328316-7A47-4B8C-831E-9715284C9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121174-B3A5-42F0-BCCC-62F07649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5827B6-0E1D-4904-BF77-B9F96E52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BB055-8E50-463E-A8DB-7B3CD804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04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A962A-1D2A-4D66-9A03-7CD60A22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C07492-FF6B-4F38-A7C6-FF89BFA34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18657F-ED73-4309-A495-19080C7DC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2B7CD8-6EAB-45E2-964A-025001C6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598882-5023-4E86-B2B9-B08FBF80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E83BB9-398D-48DF-A0D0-6B6145DD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40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FA824-F784-4CA2-8DAD-604F480D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10634D-71BC-4CAD-B973-4FA85D306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BF7DB8-BF85-4DC2-919D-F0A35B54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8A4EA6-E36F-43F0-A0D5-4278D989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1CC287-4E12-48C6-8596-639A3A07B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49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7F5B05-981B-457A-A84F-045AB4430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18C2E2-3E18-40F3-80C9-0C367DD64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9550D1-FB3F-4AB3-AA1F-D63862B5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6DE659-78BD-4032-B688-A2E58EC6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036A46-9DB8-4E90-8819-8D41800B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90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A5AD78-96F0-4BDF-B5F1-D5C19E4AC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4D50B5-C8C0-41F8-8C42-464982ACF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11BB7F-C910-44DC-9E5E-9F1C5BDC2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604C7-A914-4E56-AEA4-D5C0BC5A8DDC}" type="datetimeFigureOut">
              <a:rPr lang="zh-CN" altLang="en-US" smtClean="0"/>
              <a:t>2019/12/29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F60A8-D7E6-44C2-BAA3-084BC94C1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F04BE-0551-46D7-B8B1-FEE72DD46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49D76-3BBE-4550-A5C1-E440BFF75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1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F6E3694-3598-4DFE-A0CB-BA87815D1B37}"/>
              </a:ext>
            </a:extLst>
          </p:cNvPr>
          <p:cNvSpPr txBox="1"/>
          <p:nvPr/>
        </p:nvSpPr>
        <p:spPr>
          <a:xfrm>
            <a:off x="1762812" y="6042581"/>
            <a:ext cx="2809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          call stack</a:t>
            </a:r>
          </a:p>
          <a:p>
            <a:endParaRPr lang="zh-CN" altLang="en-US" sz="2000" b="1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2D266B5-4485-4687-974D-1821C147DDE6}"/>
              </a:ext>
            </a:extLst>
          </p:cNvPr>
          <p:cNvSpPr/>
          <p:nvPr/>
        </p:nvSpPr>
        <p:spPr>
          <a:xfrm>
            <a:off x="1159497" y="273377"/>
            <a:ext cx="3930977" cy="5769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3509EB9-A15E-4EE1-AE5D-050EB0351C86}"/>
              </a:ext>
            </a:extLst>
          </p:cNvPr>
          <p:cNvSpPr/>
          <p:nvPr/>
        </p:nvSpPr>
        <p:spPr>
          <a:xfrm>
            <a:off x="1451728" y="4562573"/>
            <a:ext cx="3327662" cy="139516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6246C75-44C5-4488-95A9-59E0AC8745B6}"/>
              </a:ext>
            </a:extLst>
          </p:cNvPr>
          <p:cNvSpPr txBox="1"/>
          <p:nvPr/>
        </p:nvSpPr>
        <p:spPr>
          <a:xfrm>
            <a:off x="1649691" y="4732256"/>
            <a:ext cx="2922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全局的执行上下文</a:t>
            </a:r>
            <a:endParaRPr lang="en-US" altLang="zh-CN" dirty="0"/>
          </a:p>
          <a:p>
            <a:r>
              <a:rPr lang="en-US" altLang="zh-CN" dirty="0"/>
              <a:t>                   this</a:t>
            </a:r>
          </a:p>
          <a:p>
            <a:r>
              <a:rPr lang="en-US" altLang="zh-CN" dirty="0"/>
              <a:t>                   GO</a:t>
            </a:r>
          </a:p>
          <a:p>
            <a:r>
              <a:rPr lang="en-US" altLang="zh-CN" dirty="0"/>
              <a:t>             </a:t>
            </a:r>
            <a:endParaRPr lang="zh-CN" altLang="en-US" dirty="0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6E6560C-8FB8-451E-A1BE-B46F694FAB78}"/>
              </a:ext>
            </a:extLst>
          </p:cNvPr>
          <p:cNvCxnSpPr/>
          <p:nvPr/>
        </p:nvCxnSpPr>
        <p:spPr>
          <a:xfrm>
            <a:off x="3261674" y="5505254"/>
            <a:ext cx="26206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76C2B505-5840-438D-A344-726947327C5C}"/>
              </a:ext>
            </a:extLst>
          </p:cNvPr>
          <p:cNvSpPr/>
          <p:nvPr/>
        </p:nvSpPr>
        <p:spPr>
          <a:xfrm>
            <a:off x="5882325" y="5109328"/>
            <a:ext cx="2809188" cy="121605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4B72CA9-0D97-48C6-926D-42092C559059}"/>
              </a:ext>
            </a:extLst>
          </p:cNvPr>
          <p:cNvSpPr txBox="1"/>
          <p:nvPr/>
        </p:nvSpPr>
        <p:spPr>
          <a:xfrm>
            <a:off x="6089715" y="5116075"/>
            <a:ext cx="244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window</a:t>
            </a:r>
          </a:p>
          <a:p>
            <a:r>
              <a:rPr lang="en-US" altLang="zh-CN" dirty="0"/>
              <a:t>             a:1</a:t>
            </a:r>
          </a:p>
          <a:p>
            <a:r>
              <a:rPr lang="en-US" altLang="zh-CN" dirty="0"/>
              <a:t>           A:</a:t>
            </a:r>
          </a:p>
          <a:p>
            <a:r>
              <a:rPr lang="en-US" altLang="zh-CN" dirty="0"/>
              <a:t>          Special:</a:t>
            </a:r>
          </a:p>
          <a:p>
            <a:endParaRPr lang="zh-CN" altLang="en-US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B2971AE-5B1F-4497-A629-FAEC9ECA2AA0}"/>
              </a:ext>
            </a:extLst>
          </p:cNvPr>
          <p:cNvCxnSpPr/>
          <p:nvPr/>
        </p:nvCxnSpPr>
        <p:spPr>
          <a:xfrm>
            <a:off x="7673419" y="6136849"/>
            <a:ext cx="2300140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195A5589-E303-4665-A594-BC443198FCCA}"/>
              </a:ext>
            </a:extLst>
          </p:cNvPr>
          <p:cNvCxnSpPr>
            <a:cxnSpLocks/>
          </p:cNvCxnSpPr>
          <p:nvPr/>
        </p:nvCxnSpPr>
        <p:spPr>
          <a:xfrm flipV="1">
            <a:off x="7174583" y="5260156"/>
            <a:ext cx="2685854" cy="61570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18052293-6FFF-4C6F-9B4B-EE35F376E09D}"/>
              </a:ext>
            </a:extLst>
          </p:cNvPr>
          <p:cNvSpPr/>
          <p:nvPr/>
        </p:nvSpPr>
        <p:spPr>
          <a:xfrm>
            <a:off x="9860437" y="4597607"/>
            <a:ext cx="2384982" cy="10369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B10A67B-4BDB-4E67-9A0D-251CED16006F}"/>
              </a:ext>
            </a:extLst>
          </p:cNvPr>
          <p:cNvSpPr/>
          <p:nvPr/>
        </p:nvSpPr>
        <p:spPr>
          <a:xfrm>
            <a:off x="9973559" y="5806918"/>
            <a:ext cx="2384982" cy="10369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D470D73-550B-460F-8BE5-A1B7063F7615}"/>
              </a:ext>
            </a:extLst>
          </p:cNvPr>
          <p:cNvSpPr txBox="1"/>
          <p:nvPr/>
        </p:nvSpPr>
        <p:spPr>
          <a:xfrm>
            <a:off x="9973559" y="4732256"/>
            <a:ext cx="2218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function A(){}</a:t>
            </a:r>
          </a:p>
          <a:p>
            <a:r>
              <a:rPr lang="en-US" altLang="zh-CN" dirty="0"/>
              <a:t>      [ [scope] ]</a:t>
            </a:r>
            <a:endParaRPr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3853DEE-BF09-4DFD-B6A3-54CEE76C07FA}"/>
              </a:ext>
            </a:extLst>
          </p:cNvPr>
          <p:cNvSpPr txBox="1"/>
          <p:nvPr/>
        </p:nvSpPr>
        <p:spPr>
          <a:xfrm>
            <a:off x="10058400" y="5957740"/>
            <a:ext cx="2187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function Special(){}</a:t>
            </a:r>
          </a:p>
          <a:p>
            <a:r>
              <a:rPr lang="en-US" altLang="zh-CN" dirty="0"/>
              <a:t>      [ [scope] ]</a:t>
            </a:r>
            <a:endParaRPr lang="zh-CN" altLang="en-US" dirty="0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10F02650-4C8C-4763-AF43-567F756D1F0C}"/>
              </a:ext>
            </a:extLst>
          </p:cNvPr>
          <p:cNvCxnSpPr/>
          <p:nvPr/>
        </p:nvCxnSpPr>
        <p:spPr>
          <a:xfrm flipH="1" flipV="1">
            <a:off x="8691513" y="6249971"/>
            <a:ext cx="1772240" cy="207390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1A9CE9BD-3083-4ABF-B6D9-045825D80619}"/>
              </a:ext>
            </a:extLst>
          </p:cNvPr>
          <p:cNvCxnSpPr>
            <a:cxnSpLocks/>
            <a:endCxn id="55" idx="3"/>
          </p:cNvCxnSpPr>
          <p:nvPr/>
        </p:nvCxnSpPr>
        <p:spPr>
          <a:xfrm flipH="1">
            <a:off x="8691513" y="5239542"/>
            <a:ext cx="1772240" cy="477815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6521BABE-48AA-4CA2-94E9-47275C0653EF}"/>
              </a:ext>
            </a:extLst>
          </p:cNvPr>
          <p:cNvSpPr/>
          <p:nvPr/>
        </p:nvSpPr>
        <p:spPr>
          <a:xfrm>
            <a:off x="1649691" y="3271100"/>
            <a:ext cx="2997723" cy="120663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3F05CC4-27FA-46DE-B505-FF96DE8CABE4}"/>
              </a:ext>
            </a:extLst>
          </p:cNvPr>
          <p:cNvSpPr txBox="1"/>
          <p:nvPr/>
        </p:nvSpPr>
        <p:spPr>
          <a:xfrm>
            <a:off x="1743958" y="3315877"/>
            <a:ext cx="2809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Special</a:t>
            </a:r>
            <a:r>
              <a:rPr lang="zh-CN" altLang="en-US" dirty="0"/>
              <a:t>函数调用时产生的执行上下文</a:t>
            </a:r>
            <a:endParaRPr lang="en-US" altLang="zh-CN" dirty="0"/>
          </a:p>
          <a:p>
            <a:r>
              <a:rPr lang="en-US" altLang="zh-CN" dirty="0"/>
              <a:t>          AO</a:t>
            </a:r>
          </a:p>
          <a:p>
            <a:r>
              <a:rPr lang="en-US" altLang="zh-CN" dirty="0"/>
              <a:t>           this</a:t>
            </a:r>
            <a:endParaRPr lang="zh-CN" altLang="en-US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6A14B43B-9B0F-42CB-A0EE-B5583C7F7D75}"/>
              </a:ext>
            </a:extLst>
          </p:cNvPr>
          <p:cNvCxnSpPr>
            <a:cxnSpLocks/>
          </p:cNvCxnSpPr>
          <p:nvPr/>
        </p:nvCxnSpPr>
        <p:spPr>
          <a:xfrm flipV="1">
            <a:off x="2810758" y="3916041"/>
            <a:ext cx="2817044" cy="1484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1E6D56A0-7DEC-4682-9628-0F2D379A3C3B}"/>
              </a:ext>
            </a:extLst>
          </p:cNvPr>
          <p:cNvSpPr/>
          <p:nvPr/>
        </p:nvSpPr>
        <p:spPr>
          <a:xfrm>
            <a:off x="5627802" y="3318238"/>
            <a:ext cx="2809188" cy="121605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940AB43-C990-4F79-B76C-0E5178428BDF}"/>
              </a:ext>
            </a:extLst>
          </p:cNvPr>
          <p:cNvSpPr txBox="1"/>
          <p:nvPr/>
        </p:nvSpPr>
        <p:spPr>
          <a:xfrm>
            <a:off x="5714214" y="3429000"/>
            <a:ext cx="2620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  a:5</a:t>
            </a:r>
          </a:p>
          <a:p>
            <a:r>
              <a:rPr lang="en-US" altLang="zh-CN" dirty="0"/>
              <a:t>           B:</a:t>
            </a:r>
            <a:endParaRPr lang="zh-CN" altLang="en-US" dirty="0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370E50D1-8555-4D2D-88DD-C4B2CE3215AC}"/>
              </a:ext>
            </a:extLst>
          </p:cNvPr>
          <p:cNvCxnSpPr>
            <a:cxnSpLocks/>
          </p:cNvCxnSpPr>
          <p:nvPr/>
        </p:nvCxnSpPr>
        <p:spPr>
          <a:xfrm>
            <a:off x="6719741" y="3892105"/>
            <a:ext cx="3128127" cy="97212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74BA5EB6-80D3-41CE-891E-DE81B89B043C}"/>
              </a:ext>
            </a:extLst>
          </p:cNvPr>
          <p:cNvSpPr txBox="1"/>
          <p:nvPr/>
        </p:nvSpPr>
        <p:spPr>
          <a:xfrm>
            <a:off x="5976594" y="4121547"/>
            <a:ext cx="1696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额外的属性</a:t>
            </a:r>
          </a:p>
          <a:p>
            <a:endParaRPr lang="zh-CN" altLang="en-US" dirty="0"/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DA5474FA-874F-485B-9AD8-1546D9265E93}"/>
              </a:ext>
            </a:extLst>
          </p:cNvPr>
          <p:cNvCxnSpPr>
            <a:cxnSpLocks/>
          </p:cNvCxnSpPr>
          <p:nvPr/>
        </p:nvCxnSpPr>
        <p:spPr>
          <a:xfrm>
            <a:off x="7221718" y="4336323"/>
            <a:ext cx="2751841" cy="16526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88455129-5D49-46E5-A0CF-FDD1E866F863}"/>
              </a:ext>
            </a:extLst>
          </p:cNvPr>
          <p:cNvSpPr/>
          <p:nvPr/>
        </p:nvSpPr>
        <p:spPr>
          <a:xfrm>
            <a:off x="1676796" y="1920303"/>
            <a:ext cx="2997723" cy="120663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A019930-0A40-4A21-A96C-2E4BBFD0B729}"/>
              </a:ext>
            </a:extLst>
          </p:cNvPr>
          <p:cNvSpPr txBox="1"/>
          <p:nvPr/>
        </p:nvSpPr>
        <p:spPr>
          <a:xfrm>
            <a:off x="1828800" y="1939976"/>
            <a:ext cx="27243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函数调用时产生的执行上下文</a:t>
            </a:r>
            <a:endParaRPr lang="en-US" altLang="zh-CN" dirty="0"/>
          </a:p>
          <a:p>
            <a:r>
              <a:rPr lang="en-US" altLang="zh-CN" dirty="0"/>
              <a:t>         AO</a:t>
            </a:r>
          </a:p>
          <a:p>
            <a:r>
              <a:rPr lang="en-US" altLang="zh-CN" dirty="0"/>
              <a:t>         this</a:t>
            </a:r>
            <a:endParaRPr lang="zh-CN" altLang="en-US" dirty="0"/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D7EE5E71-B861-4CAD-93A2-1AD399851CDC}"/>
              </a:ext>
            </a:extLst>
          </p:cNvPr>
          <p:cNvCxnSpPr>
            <a:cxnSpLocks/>
          </p:cNvCxnSpPr>
          <p:nvPr/>
        </p:nvCxnSpPr>
        <p:spPr>
          <a:xfrm flipV="1">
            <a:off x="2820185" y="2522451"/>
            <a:ext cx="2817044" cy="1484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48892AEE-2F1B-4F62-83E7-03BC9A7DAC4B}"/>
              </a:ext>
            </a:extLst>
          </p:cNvPr>
          <p:cNvSpPr/>
          <p:nvPr/>
        </p:nvSpPr>
        <p:spPr>
          <a:xfrm>
            <a:off x="5637229" y="1739251"/>
            <a:ext cx="2809188" cy="121605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6A47BED-8B95-4D40-8881-16A25A4137A1}"/>
              </a:ext>
            </a:extLst>
          </p:cNvPr>
          <p:cNvSpPr txBox="1"/>
          <p:nvPr/>
        </p:nvSpPr>
        <p:spPr>
          <a:xfrm>
            <a:off x="5882325" y="2498107"/>
            <a:ext cx="235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额外属性</a:t>
            </a: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88E4F64A-BA27-45AD-822A-C4BBA91AD50F}"/>
              </a:ext>
            </a:extLst>
          </p:cNvPr>
          <p:cNvCxnSpPr>
            <a:cxnSpLocks/>
          </p:cNvCxnSpPr>
          <p:nvPr/>
        </p:nvCxnSpPr>
        <p:spPr>
          <a:xfrm>
            <a:off x="6882353" y="2732130"/>
            <a:ext cx="3565689" cy="1853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500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82</Words>
  <Application>Microsoft Office PowerPoint</Application>
  <PresentationFormat>宽屏</PresentationFormat>
  <Paragraphs>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劉 玉联</dc:creator>
  <cp:lastModifiedBy>劉 玉联</cp:lastModifiedBy>
  <cp:revision>7</cp:revision>
  <dcterms:created xsi:type="dcterms:W3CDTF">2019-12-29T11:08:40Z</dcterms:created>
  <dcterms:modified xsi:type="dcterms:W3CDTF">2019-12-29T14:09:08Z</dcterms:modified>
</cp:coreProperties>
</file>