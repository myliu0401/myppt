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2881D-7EFB-42C1-9C8D-55FAF6F1E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E99121-A33B-4A03-AED1-2FF1EBAF2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BD10E4-5976-4806-BDD1-003D418D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E8A7F0-89B5-4F93-9FCC-2A8E8F5E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32D12-2247-4229-8A4B-ED326284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ED00E-8511-42A4-B1C3-A7E5ECD0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96A4D5-22EF-45CD-A781-E6524DB6C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B7289-86A2-45A7-BED4-7967CA85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389646-DA8D-432E-94EF-410DCF20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7820A0-18F6-411D-8705-9482826A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304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C69DF-1516-41DF-B7C0-A6B3A35B7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D8C72F-1427-46D2-8A8E-17A1DFB3F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700382-A2AA-4BDA-83D9-B4858AAB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FCE1E4-B1C2-4BDF-BC02-3ED4E07B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7337C9-9E82-4E69-B529-027C23B6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33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DDE2A-7FE9-475F-9FCD-1B8BE7D9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3097C3-D0C1-4653-9205-AE3FAB103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9E6375-F0D6-4668-82B0-E1D25DA3B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991B05-B52E-49A6-8B07-219C1F814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894520-7292-49EB-A92E-6C35B0D7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E64162-C8A9-4464-A342-23876AD2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76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5EEB1-0A63-4529-98B8-2E75CB3F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3673E0-20FF-49AC-B074-6DE7062D5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B7CEA6-4B35-401C-8FAF-27073BD9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A18A61-7A3A-4EC2-8772-64D66D844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781561-D315-4C9F-8D4B-1C2198696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B92AC2-B5FC-488F-8FEB-6655A04A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854024-C710-44BD-A200-A110BD97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97968D-9ECF-454C-8A84-37A27E90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37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4D794-FC09-419D-9DBA-B18D9D3C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D61689-2625-4497-828B-0A199AEF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7351A2-95F0-4DA5-9BF5-9468D6A4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6B4FA1-0C6C-4C0E-8220-C9978244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743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60AAF4-AE5A-437F-BDF5-EC395AF9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FEDC42-35FB-45AA-9EB6-E0E18867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28DAAB-117A-4474-9809-8497F2F6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47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7C46F6-6FA9-4075-8039-71A535EBC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6C2078-411E-4B52-AF65-DA88C9BE7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CB4E1A-891B-4704-94DD-A2222BB13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FDC2EA-B983-42BD-9259-10B9B8AD7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DC4FA-13DE-4B10-A1CF-28F06649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950424-1C45-4776-BBF0-372366B0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69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E0EB6-4203-4110-9D2C-C064A865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04EA0B-93F7-45A1-8CA6-13442DCCE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605859-0823-426C-969A-9AF7AE19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BC1D28-E423-479B-A0B2-D8DE43CDE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CB81A5-0DBB-4374-8FDB-09F893E6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BCFC7B-8BB4-4855-B9FA-EC19DBF9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24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D16FD-ED26-4A17-96AC-C5C3617EE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939FCD-84CE-459F-86D7-02A54877F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9D502D-B25B-4745-A810-475E33AB2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5AF23B-D77E-4FFC-A83F-FB03D219E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698BF9-A69D-4B9B-A81E-CAE67F04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79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F128AB-414B-484A-A4CD-27B1457F3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B003BF-950B-4011-8577-FDE52003A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01E9C5-3A9A-440A-9273-4D36A8844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EAFB38-0D4C-401B-A15E-7A1B5E1F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96AE15-B1B8-4877-99FB-EF7347DD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82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5749C7-F6A3-4E0B-BD3A-C379A6AD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FD50E4-2E74-4A87-B7E7-7AF0B2FBC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752BE-11B3-4C15-B026-60C574B97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B45EA-060B-4B29-AD85-0C8CC3F837F2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2614A9-FE24-490E-9D08-F4920AA0C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6FA1F-2773-405C-9F36-3CFB0E0BC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C6232-2170-4243-A780-AD4341931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55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CF60EE0-B9DE-403D-9331-9E3F66741CC8}"/>
              </a:ext>
            </a:extLst>
          </p:cNvPr>
          <p:cNvGrpSpPr/>
          <p:nvPr/>
        </p:nvGrpSpPr>
        <p:grpSpPr>
          <a:xfrm>
            <a:off x="1955347" y="486383"/>
            <a:ext cx="13312218" cy="1668544"/>
            <a:chOff x="-384926" y="1687398"/>
            <a:chExt cx="13312218" cy="166854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C8D10A9-9A7B-4C9F-BE67-A277DA6E25C9}"/>
                </a:ext>
              </a:extLst>
            </p:cNvPr>
            <p:cNvSpPr/>
            <p:nvPr/>
          </p:nvSpPr>
          <p:spPr>
            <a:xfrm>
              <a:off x="2281288" y="1687398"/>
              <a:ext cx="2659930" cy="166854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第一张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9CDF6CF-9486-4783-8961-69B48335AFE5}"/>
                </a:ext>
              </a:extLst>
            </p:cNvPr>
            <p:cNvSpPr/>
            <p:nvPr/>
          </p:nvSpPr>
          <p:spPr>
            <a:xfrm>
              <a:off x="4941218" y="1687398"/>
              <a:ext cx="2659930" cy="1668544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第二张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C0EA6C5-8BDE-42AB-A406-9EBD05E3A090}"/>
                </a:ext>
              </a:extLst>
            </p:cNvPr>
            <p:cNvSpPr/>
            <p:nvPr/>
          </p:nvSpPr>
          <p:spPr>
            <a:xfrm>
              <a:off x="7601148" y="1687398"/>
              <a:ext cx="2666214" cy="166854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最后一张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55CE78F-D7D5-43D9-8BDE-E80465BE24D0}"/>
                </a:ext>
              </a:extLst>
            </p:cNvPr>
            <p:cNvSpPr/>
            <p:nvPr/>
          </p:nvSpPr>
          <p:spPr>
            <a:xfrm>
              <a:off x="-384926" y="1687398"/>
              <a:ext cx="2666214" cy="166854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额外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B27071B-735D-43DC-924B-BE3C4A3E9884}"/>
                </a:ext>
              </a:extLst>
            </p:cNvPr>
            <p:cNvSpPr/>
            <p:nvPr/>
          </p:nvSpPr>
          <p:spPr>
            <a:xfrm>
              <a:off x="10261078" y="1687398"/>
              <a:ext cx="2666214" cy="166854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额外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D9671A56-5E6A-4124-84A8-BBD39B215AC6}"/>
              </a:ext>
            </a:extLst>
          </p:cNvPr>
          <p:cNvSpPr/>
          <p:nvPr/>
        </p:nvSpPr>
        <p:spPr>
          <a:xfrm>
            <a:off x="4620725" y="486383"/>
            <a:ext cx="2669356" cy="168739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EA95261-EFFF-4B1D-BB18-D3B8FF79F61C}"/>
              </a:ext>
            </a:extLst>
          </p:cNvPr>
          <p:cNvSpPr/>
          <p:nvPr/>
        </p:nvSpPr>
        <p:spPr>
          <a:xfrm>
            <a:off x="768286" y="5885234"/>
            <a:ext cx="1858182" cy="8560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移动到额外立即切换</a:t>
            </a:r>
          </a:p>
        </p:txBody>
      </p:sp>
    </p:spTree>
    <p:extLst>
      <p:ext uri="{BB962C8B-B14F-4D97-AF65-F5344CB8AC3E}">
        <p14:creationId xmlns:p14="http://schemas.microsoft.com/office/powerpoint/2010/main" val="313138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劉 玉联</dc:creator>
  <cp:lastModifiedBy>劉 玉联</cp:lastModifiedBy>
  <cp:revision>4</cp:revision>
  <dcterms:created xsi:type="dcterms:W3CDTF">2019-12-24T17:11:15Z</dcterms:created>
  <dcterms:modified xsi:type="dcterms:W3CDTF">2019-12-25T09:48:13Z</dcterms:modified>
</cp:coreProperties>
</file>