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E4059-532E-4530-9C1C-793D94ACB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7E2F1E-F817-420B-A046-BDD7CBCDE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5DA48-CD9D-4443-8E33-49744D9D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60DB44-9D07-4A67-8627-7BBD7FF9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42145-7BE3-4067-B0D8-D57620AD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637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7D141-83B5-49A7-8419-CBF108C3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72AA27-98BA-4A94-90C5-31A56EA4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FC9BA-C138-4C31-B0B4-3A14CC10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2CBF5-9EB5-41EB-AEEC-95787960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7B822-204A-4D2F-89D2-55B55AC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06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EC924-2BB1-43D2-89BC-EE617B43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294301-D8E6-4F09-8FC0-C1AF148C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4F9E08-D4E5-4F38-AF0F-02FD7C74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8F2D8-117D-4492-B57A-BD798A7C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37EDE-5D95-4BA9-B684-5FA4753E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015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4D810-317C-4943-AA93-0A6672D3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CEF8C4-D8E7-41FA-AB1D-508E58EDD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87834F-3D64-49C3-98D8-AA5FD65BD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1E19F-ABF9-44BC-9EC7-F31F3247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7BF6BE-B66E-4AA7-9ED1-05473237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4722AE-E7D6-4DF7-943A-772A362C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5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86208-4764-49E4-890D-339FF622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9AD62A-0D42-45CA-98D8-CFBF19D14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080B45-C66E-461C-9CB0-E2290EB7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A11C2B-E665-44EF-AAFE-327139A54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E5723A-20FA-4091-AB88-9962633AB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DE9D49-5B6B-4BCB-BDAC-E73729E3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960360-8CFD-4465-905E-409F84E0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20CB1C-D244-42B6-9360-2F2762DD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35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CEC96-5065-44D6-BC2C-FB8B8864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0BCEC8-A2E5-4FD3-BB45-864B5E39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75FE17-5CF5-427B-BCAA-DDE6B2CD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08862-1167-4D21-BB51-8B91FB4D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49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598DEE-17AD-4A85-8B65-E289BCEF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59D1A5-6BDB-4335-AE4A-982BED0C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CDE55-58E3-4F66-9E98-641F7C8B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58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91E28-B5A7-4242-8D09-18F2BD08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83819-B806-4AAC-814D-683422F32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5E4DBD-61E8-487B-B008-51CA43506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73213F-78D8-4367-B0AF-6E3A47D6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E9E89F-609D-42ED-B122-1FB9C949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E37310-A19F-4EAC-9954-7C52E98D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7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AF48D-9D80-4BF4-B55E-FF3F9370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CA58AD-8D34-4094-A9C4-FCCBEA712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1C0C0A-2519-47FE-9C83-6C84098FD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DE85-8759-4B59-A261-8B6BD720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F7F3D6-D1FE-4CDE-83B7-5C875653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C8F77E-016C-4A72-BBC2-55F2246B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013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823E3-1245-4D3B-B4F6-8CE74AD4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FD5D3A-503D-4DC7-B3BC-03F6A7E63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C59173-A07F-4756-BC50-CF2DC455C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788D5F-2624-445D-B318-D649A19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FE070C-88E6-4E1B-8BEC-0AA6FF68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5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8716EE-BD00-44DA-966E-CFE0BCBB9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6009BA-104B-4D61-9625-D2CEEFDEC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FD434-7603-4F7B-952A-CAE44549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6760-5C47-41EE-8E15-5443C3BD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740F62-70CE-48AF-A745-23E4E2E1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96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BBB1F4-609C-40C1-B14D-C17C478FC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DE66DD-D134-4CFF-B452-93464EAC5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FB33D-56F5-4E58-8D27-4D09A8C0D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0E394-F58E-43FD-8B94-C409B621DAFA}" type="datetimeFigureOut">
              <a:rPr lang="zh-CN" altLang="en-US" smtClean="0"/>
              <a:t>2019/12/30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6F44E-8ADB-4573-B239-FE1576DC7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06496-D5E7-4D57-9E35-86C68291C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54FFE-D81E-4F56-9F65-3FB5733B1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77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ABC2D06-C941-4603-BC3F-1D0BFB099FA1}"/>
              </a:ext>
            </a:extLst>
          </p:cNvPr>
          <p:cNvSpPr/>
          <p:nvPr/>
        </p:nvSpPr>
        <p:spPr>
          <a:xfrm>
            <a:off x="1093509" y="791852"/>
            <a:ext cx="2658359" cy="36010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AB0D65-7A8E-4E70-B05F-91B0CF6827CE}"/>
              </a:ext>
            </a:extLst>
          </p:cNvPr>
          <p:cNvSpPr txBox="1"/>
          <p:nvPr/>
        </p:nvSpPr>
        <p:spPr>
          <a:xfrm>
            <a:off x="1093509" y="0"/>
            <a:ext cx="24132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 stack</a:t>
            </a:r>
          </a:p>
          <a:p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执行栈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FD0748-9F75-4D6D-9F2A-EAFE8FAEBE5D}"/>
              </a:ext>
            </a:extLst>
          </p:cNvPr>
          <p:cNvSpPr/>
          <p:nvPr/>
        </p:nvSpPr>
        <p:spPr>
          <a:xfrm>
            <a:off x="4460449" y="791852"/>
            <a:ext cx="2658359" cy="360103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80E5AA-1F40-44D7-89DA-0FE24FFC7313}"/>
              </a:ext>
            </a:extLst>
          </p:cNvPr>
          <p:cNvSpPr txBox="1"/>
          <p:nvPr/>
        </p:nvSpPr>
        <p:spPr>
          <a:xfrm>
            <a:off x="4550003" y="0"/>
            <a:ext cx="2479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        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 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dirty="0"/>
              <a:t>         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宿主浏览器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36E92E-A166-4AB2-979D-E281306FF889}"/>
              </a:ext>
            </a:extLst>
          </p:cNvPr>
          <p:cNvSpPr/>
          <p:nvPr/>
        </p:nvSpPr>
        <p:spPr>
          <a:xfrm>
            <a:off x="1093509" y="4939645"/>
            <a:ext cx="9813303" cy="14423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2E9F61-1213-4672-B1DC-F343C7C51C7E}"/>
              </a:ext>
            </a:extLst>
          </p:cNvPr>
          <p:cNvSpPr txBox="1"/>
          <p:nvPr/>
        </p:nvSpPr>
        <p:spPr>
          <a:xfrm>
            <a:off x="1989055" y="6447934"/>
            <a:ext cx="7390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事件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队列：先进先出，后进慢出。。和执行栈不同 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A9D7393-E330-4374-AE98-E39C0D5D651C}"/>
              </a:ext>
            </a:extLst>
          </p:cNvPr>
          <p:cNvSpPr/>
          <p:nvPr/>
        </p:nvSpPr>
        <p:spPr>
          <a:xfrm>
            <a:off x="4741682" y="904973"/>
            <a:ext cx="2168165" cy="7729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EA8E90-2363-45FB-B133-3C5460E31D68}"/>
              </a:ext>
            </a:extLst>
          </p:cNvPr>
          <p:cNvSpPr txBox="1"/>
          <p:nvPr/>
        </p:nvSpPr>
        <p:spPr>
          <a:xfrm>
            <a:off x="4854804" y="1018095"/>
            <a:ext cx="190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计时线程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C6BB951-7274-4E54-A063-DCFF8935AA96}"/>
              </a:ext>
            </a:extLst>
          </p:cNvPr>
          <p:cNvSpPr/>
          <p:nvPr/>
        </p:nvSpPr>
        <p:spPr>
          <a:xfrm>
            <a:off x="4741682" y="1761937"/>
            <a:ext cx="2168165" cy="7729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56D55A-83A5-4B45-BB30-CF7AB1A358DD}"/>
              </a:ext>
            </a:extLst>
          </p:cNvPr>
          <p:cNvSpPr txBox="1"/>
          <p:nvPr/>
        </p:nvSpPr>
        <p:spPr>
          <a:xfrm>
            <a:off x="4854804" y="1934181"/>
            <a:ext cx="197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</a:t>
            </a:r>
            <a:r>
              <a:rPr lang="zh-CN" altLang="en-US" dirty="0"/>
              <a:t>事件监听线程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A3324D-53C7-4AD6-AD78-6DDC2971DDC6}"/>
              </a:ext>
            </a:extLst>
          </p:cNvPr>
          <p:cNvSpPr/>
          <p:nvPr/>
        </p:nvSpPr>
        <p:spPr>
          <a:xfrm>
            <a:off x="1291472" y="3429000"/>
            <a:ext cx="2215299" cy="831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9B8BD8-B390-41E9-ADD0-BF561F25913F}"/>
              </a:ext>
            </a:extLst>
          </p:cNvPr>
          <p:cNvSpPr txBox="1"/>
          <p:nvPr/>
        </p:nvSpPr>
        <p:spPr>
          <a:xfrm>
            <a:off x="1414020" y="3429000"/>
            <a:ext cx="1970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</a:t>
            </a:r>
            <a:r>
              <a:rPr lang="zh-CN" altLang="en-US" dirty="0"/>
              <a:t>全局上下文</a:t>
            </a:r>
            <a:endParaRPr lang="en-US" altLang="zh-CN" dirty="0"/>
          </a:p>
          <a:p>
            <a:r>
              <a:rPr lang="en-US" altLang="zh-CN" dirty="0"/>
              <a:t>             GO</a:t>
            </a:r>
          </a:p>
          <a:p>
            <a:r>
              <a:rPr lang="en-US" altLang="zh-CN" dirty="0"/>
              <a:t>             this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76A7E5-F37B-45F7-88F0-16F467501F17}"/>
              </a:ext>
            </a:extLst>
          </p:cNvPr>
          <p:cNvSpPr/>
          <p:nvPr/>
        </p:nvSpPr>
        <p:spPr>
          <a:xfrm>
            <a:off x="1291471" y="2564091"/>
            <a:ext cx="2215299" cy="831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958215-125D-40EC-887D-491EEE8173C0}"/>
              </a:ext>
            </a:extLst>
          </p:cNvPr>
          <p:cNvSpPr txBox="1"/>
          <p:nvPr/>
        </p:nvSpPr>
        <p:spPr>
          <a:xfrm>
            <a:off x="1480008" y="2592371"/>
            <a:ext cx="1772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</a:t>
            </a:r>
            <a:r>
              <a:rPr lang="zh-CN" altLang="en-US" dirty="0"/>
              <a:t>其他函数上下文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DC248E8-21AF-446A-82CA-BDCEB6BCCE7E}"/>
              </a:ext>
            </a:extLst>
          </p:cNvPr>
          <p:cNvSpPr/>
          <p:nvPr/>
        </p:nvSpPr>
        <p:spPr>
          <a:xfrm>
            <a:off x="1414020" y="5222449"/>
            <a:ext cx="1970202" cy="10086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D70EF6-4D70-4372-A7A9-ACAA41628277}"/>
              </a:ext>
            </a:extLst>
          </p:cNvPr>
          <p:cNvSpPr txBox="1"/>
          <p:nvPr/>
        </p:nvSpPr>
        <p:spPr>
          <a:xfrm>
            <a:off x="1545996" y="5307291"/>
            <a:ext cx="1706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</a:p>
          <a:p>
            <a:r>
              <a:rPr lang="en-US" altLang="zh-CN" dirty="0"/>
              <a:t>       </a:t>
            </a:r>
            <a:r>
              <a:rPr lang="zh-CN" altLang="en-US" dirty="0"/>
              <a:t>函数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898296E-A680-474A-82F2-66FC8908FE44}"/>
              </a:ext>
            </a:extLst>
          </p:cNvPr>
          <p:cNvSpPr/>
          <p:nvPr/>
        </p:nvSpPr>
        <p:spPr>
          <a:xfrm>
            <a:off x="3475348" y="5212675"/>
            <a:ext cx="1970202" cy="10086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296BFB6-4690-4ADF-A52F-7C4A82597B45}"/>
              </a:ext>
            </a:extLst>
          </p:cNvPr>
          <p:cNvSpPr/>
          <p:nvPr/>
        </p:nvSpPr>
        <p:spPr>
          <a:xfrm>
            <a:off x="5536676" y="5212675"/>
            <a:ext cx="1970202" cy="10086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189CED3-672A-483A-87EE-9E5D36E95F18}"/>
              </a:ext>
            </a:extLst>
          </p:cNvPr>
          <p:cNvSpPr/>
          <p:nvPr/>
        </p:nvSpPr>
        <p:spPr>
          <a:xfrm>
            <a:off x="7598004" y="5198882"/>
            <a:ext cx="1970202" cy="10086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51302E-ADDB-49A6-A21B-C55222FCF87F}"/>
              </a:ext>
            </a:extLst>
          </p:cNvPr>
          <p:cNvSpPr txBox="1"/>
          <p:nvPr/>
        </p:nvSpPr>
        <p:spPr>
          <a:xfrm>
            <a:off x="3607323" y="5222449"/>
            <a:ext cx="1737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216D9-1AD7-4F67-8441-96A32AF95B16}"/>
              </a:ext>
            </a:extLst>
          </p:cNvPr>
          <p:cNvSpPr txBox="1"/>
          <p:nvPr/>
        </p:nvSpPr>
        <p:spPr>
          <a:xfrm>
            <a:off x="5634086" y="5307291"/>
            <a:ext cx="1756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</a:t>
            </a:r>
          </a:p>
          <a:p>
            <a:r>
              <a:rPr lang="en-US" altLang="zh-CN" dirty="0"/>
              <a:t>       </a:t>
            </a:r>
            <a:r>
              <a:rPr lang="zh-CN" altLang="en-US" dirty="0"/>
              <a:t>函数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275F786-E0E4-4870-8790-3FA55A9841DE}"/>
              </a:ext>
            </a:extLst>
          </p:cNvPr>
          <p:cNvSpPr txBox="1"/>
          <p:nvPr/>
        </p:nvSpPr>
        <p:spPr>
          <a:xfrm>
            <a:off x="7701699" y="5307291"/>
            <a:ext cx="1772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函数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158EE7-0833-4FF6-9A36-7E3486EFDD7F}"/>
              </a:ext>
            </a:extLst>
          </p:cNvPr>
          <p:cNvSpPr txBox="1"/>
          <p:nvPr/>
        </p:nvSpPr>
        <p:spPr>
          <a:xfrm>
            <a:off x="7390614" y="254524"/>
            <a:ext cx="43551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</a:t>
            </a:r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        JS</a:t>
            </a:r>
            <a:r>
              <a:rPr lang="zh-CN" altLang="en-US" dirty="0"/>
              <a:t>执行引擎执行到异步函数会“告诉”</a:t>
            </a:r>
            <a:endParaRPr lang="en-US" altLang="zh-CN" dirty="0"/>
          </a:p>
          <a:p>
            <a:r>
              <a:rPr lang="zh-CN" altLang="en-US" dirty="0"/>
              <a:t>宿主里的其他线程，然后</a:t>
            </a:r>
            <a:r>
              <a:rPr lang="en-US" altLang="zh-CN" dirty="0" err="1"/>
              <a:t>js</a:t>
            </a:r>
            <a:r>
              <a:rPr lang="zh-CN" altLang="en-US" dirty="0"/>
              <a:t>引擎继续往后执行</a:t>
            </a:r>
            <a:r>
              <a:rPr lang="en-US" altLang="zh-CN" dirty="0"/>
              <a:t>,</a:t>
            </a:r>
            <a:r>
              <a:rPr lang="zh-CN" altLang="en-US" dirty="0"/>
              <a:t>不会耽误其他代码。宿主里的线程时机成熟时</a:t>
            </a:r>
            <a:r>
              <a:rPr lang="en-US" altLang="zh-CN" dirty="0"/>
              <a:t>,</a:t>
            </a:r>
            <a:r>
              <a:rPr lang="zh-CN" altLang="en-US" dirty="0"/>
              <a:t>会把要执行的函数</a:t>
            </a:r>
            <a:r>
              <a:rPr lang="en-US" altLang="zh-CN" dirty="0"/>
              <a:t>,</a:t>
            </a:r>
            <a:r>
              <a:rPr lang="zh-CN" altLang="en-US" dirty="0"/>
              <a:t>放进事件队列里。</a:t>
            </a:r>
            <a:r>
              <a:rPr lang="en-US" altLang="zh-CN" dirty="0"/>
              <a:t>JS</a:t>
            </a:r>
            <a:r>
              <a:rPr lang="zh-CN" altLang="en-US" dirty="0"/>
              <a:t>引擎执行完，执行栈里的所有上下文后，才会执行事件队列里的函数。</a:t>
            </a:r>
            <a:endParaRPr lang="en-US" altLang="zh-CN" dirty="0"/>
          </a:p>
          <a:p>
            <a:r>
              <a:rPr lang="zh-CN" altLang="en-US" dirty="0"/>
              <a:t>事件队列里的函数是先进先被执行，后进后被执行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A60FE9-2F80-49ED-B98B-1C3AF1FF7813}"/>
              </a:ext>
            </a:extLst>
          </p:cNvPr>
          <p:cNvSpPr/>
          <p:nvPr/>
        </p:nvSpPr>
        <p:spPr>
          <a:xfrm>
            <a:off x="1305611" y="1684507"/>
            <a:ext cx="2215299" cy="831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0E2F66-43C4-4775-9BBE-0921153C7C4C}"/>
              </a:ext>
            </a:extLst>
          </p:cNvPr>
          <p:cNvSpPr/>
          <p:nvPr/>
        </p:nvSpPr>
        <p:spPr>
          <a:xfrm>
            <a:off x="1315038" y="815420"/>
            <a:ext cx="2215299" cy="831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88A9CB-DF65-43EF-BC6B-B057C641A279}"/>
              </a:ext>
            </a:extLst>
          </p:cNvPr>
          <p:cNvSpPr txBox="1"/>
          <p:nvPr/>
        </p:nvSpPr>
        <p:spPr>
          <a:xfrm>
            <a:off x="1414020" y="1695311"/>
            <a:ext cx="197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其他函数上下文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6B0CC7-515A-4966-8450-FA793B514AB7}"/>
              </a:ext>
            </a:extLst>
          </p:cNvPr>
          <p:cNvSpPr txBox="1"/>
          <p:nvPr/>
        </p:nvSpPr>
        <p:spPr>
          <a:xfrm>
            <a:off x="1414020" y="815420"/>
            <a:ext cx="206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其他函数上下文</a:t>
            </a:r>
          </a:p>
        </p:txBody>
      </p:sp>
    </p:spTree>
    <p:extLst>
      <p:ext uri="{BB962C8B-B14F-4D97-AF65-F5344CB8AC3E}">
        <p14:creationId xmlns:p14="http://schemas.microsoft.com/office/powerpoint/2010/main" val="703816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153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劉 玉联</dc:creator>
  <cp:lastModifiedBy>劉 玉联</cp:lastModifiedBy>
  <cp:revision>6</cp:revision>
  <dcterms:created xsi:type="dcterms:W3CDTF">2019-12-29T17:20:12Z</dcterms:created>
  <dcterms:modified xsi:type="dcterms:W3CDTF">2019-12-30T05:50:07Z</dcterms:modified>
</cp:coreProperties>
</file>