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A51D8-8767-41BF-B631-32C48F0BE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B8C6602-4560-4224-BEFD-705E03F97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1BAE2E-9D5E-4E34-AAED-F8DD1F7E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D10B1-1EA0-4566-BBB3-31485F03A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8561B7-BD86-4069-A8F7-8687C6F2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45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3D37F9-DFD2-4D5C-9FCE-9208D438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C6856F-4AFE-4585-8AAD-4922385D7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5709F-3D3B-4CB5-8B4F-35251ACAF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47B9BF-60E0-41FA-A781-18F8C99B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2DEEA0-4FA9-491A-A79F-D7C40F81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17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8E948-4FC4-46DC-85F9-647E7C661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23574E-E1D4-4619-8C4B-0D4536534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5A9DB-49C3-4DDC-AF11-52D6B40E5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11602-5173-41BE-B213-97B78290E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BD2FA-E50A-4F2E-922E-0391C7C2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971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2BC30-9973-4925-8B36-15F5757A4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7E633-62C5-4ABC-BDA3-2F6271814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45E3FF-92B5-4F5F-B3FB-E6E7CA73A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DFF72E-3641-4539-9145-600523CB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9B7782-91AD-4D2A-B9A2-11B5FD78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0DEB51-9E0F-4049-9839-497A5BD4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38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AED07-024B-400D-AF61-DDC3549C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B8F049-D2CB-47E6-9FB7-813BF1F58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4BC824-4C65-4000-B4F9-51BFDC689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040AB64-E630-4DF5-B895-8F90E0972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5184B0-4AD9-4FC6-B147-FF4F72756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DFB747-D1B8-471E-A458-8886A407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A9DA6F-5A6D-4355-A2C9-F9865080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E22F057-8308-4D32-86D9-89DB3E47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23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EFA23-969B-4893-82E3-BA235CC65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83C223A-B72C-4E58-9787-47342A26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90D7AA-416C-4FB9-9B1E-AA72AD3C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0AADBA-1483-4FC6-98F7-3350D4399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17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634CD0E-0824-4785-B32C-401C9ABB1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F0DF5A8-B39D-4A72-A522-E1C1D80EC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5D7E6-70CD-4C95-8BDA-E8EB25834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00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BEE52-5B0D-4772-9991-FBF255F5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A181D3-404E-4C19-BE1B-9571D877B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184A76-DCA8-4D8E-9D4E-03A5F07F5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41746C-1C5C-47D9-B980-2DAF01088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DA796A-CF9B-462F-A1A5-CC34F3A0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DBFD66-BB02-4D91-95B1-079854A7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65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89B02E-BE6D-4C69-8B91-47D67D9EC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F0EA473-65D8-42A8-A49C-BC37D8860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35447A-AC52-4CD4-8BF8-6856F7264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7BFF00-5EF3-4215-B89D-2B040C27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1B01EC-ABDB-415B-95B1-F4120B0FA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6B3113-1645-43FA-ACC3-4B2F8F27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669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BD7E1-280C-4C60-89AF-09497B12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23C0F6-7AC1-4200-8596-E1FA83C87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035515-2873-406D-B6A3-A220354E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255B4D-E450-45F7-8CB5-56FC298E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D1DAA-9672-4986-8D28-F9BF16EF4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85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69936D-6AFC-46B8-BFF6-7045FD287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FE3DBA-46B1-4307-AA10-107505C8C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201907-8A83-40D9-B6ED-0B8E720A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1B9B0-D19A-4CCA-9A31-9BB911F3F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B1D60-CB7B-4817-8CFD-53B719CA3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3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1E75F6-91BA-48A5-A926-E607F84A7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1E223C-E244-4F3A-AAF0-EBA41932F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413C1-64C1-4666-BB60-15EAD6662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D9813-AA59-4A49-A060-6A4C105AA9DF}" type="datetimeFigureOut">
              <a:rPr lang="zh-CN" altLang="en-US" smtClean="0"/>
              <a:t>2020/1/3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1FB8D-0B64-4824-8F7F-61865BB56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7475D7-E313-413B-A685-D50D3C7E3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4E159-2C31-4B63-A8B5-C512D5CA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88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CD919C-8DBA-4047-830C-ACAFE5AA2427}"/>
              </a:ext>
            </a:extLst>
          </p:cNvPr>
          <p:cNvSpPr/>
          <p:nvPr/>
        </p:nvSpPr>
        <p:spPr>
          <a:xfrm>
            <a:off x="603315" y="160256"/>
            <a:ext cx="7861955" cy="6485641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306A6B-AE41-4A8B-90CF-73780250E70E}"/>
              </a:ext>
            </a:extLst>
          </p:cNvPr>
          <p:cNvSpPr/>
          <p:nvPr/>
        </p:nvSpPr>
        <p:spPr>
          <a:xfrm>
            <a:off x="669303" y="212103"/>
            <a:ext cx="1630838" cy="224357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5DF17B-B08C-47D9-8DE8-FECC80DD0E22}"/>
              </a:ext>
            </a:extLst>
          </p:cNvPr>
          <p:cNvSpPr/>
          <p:nvPr/>
        </p:nvSpPr>
        <p:spPr>
          <a:xfrm>
            <a:off x="2527954" y="212103"/>
            <a:ext cx="1770668" cy="289874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700891-5F65-4271-9137-208A9A4F84A2}"/>
              </a:ext>
            </a:extLst>
          </p:cNvPr>
          <p:cNvSpPr/>
          <p:nvPr/>
        </p:nvSpPr>
        <p:spPr>
          <a:xfrm>
            <a:off x="4747180" y="212103"/>
            <a:ext cx="1770668" cy="362460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226FCB-C158-46EA-869F-68BC848E04D1}"/>
              </a:ext>
            </a:extLst>
          </p:cNvPr>
          <p:cNvSpPr/>
          <p:nvPr/>
        </p:nvSpPr>
        <p:spPr>
          <a:xfrm>
            <a:off x="6966407" y="212103"/>
            <a:ext cx="1406167" cy="189950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D95A65-E02C-4500-B829-00FB2F3475A9}"/>
              </a:ext>
            </a:extLst>
          </p:cNvPr>
          <p:cNvSpPr txBox="1"/>
          <p:nvPr/>
        </p:nvSpPr>
        <p:spPr>
          <a:xfrm>
            <a:off x="8625526" y="0"/>
            <a:ext cx="318626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 err="1"/>
              <a:t>arr</a:t>
            </a:r>
            <a:r>
              <a:rPr lang="en-US" altLang="zh-CN" dirty="0"/>
              <a:t> = [0,0,0,0] </a:t>
            </a:r>
            <a:r>
              <a:rPr lang="zh-CN" altLang="en-US" dirty="0"/>
              <a:t>（数组有多少项</a:t>
            </a:r>
            <a:r>
              <a:rPr lang="en-US" altLang="zh-CN" dirty="0"/>
              <a:t>,</a:t>
            </a:r>
            <a:r>
              <a:rPr lang="zh-CN" altLang="en-US" dirty="0"/>
              <a:t>根据计算后得出图片数量来定）</a:t>
            </a:r>
            <a:endParaRPr lang="en-US" altLang="zh-CN" dirty="0"/>
          </a:p>
          <a:p>
            <a:r>
              <a:rPr lang="zh-CN" altLang="en-US" dirty="0"/>
              <a:t>数组记录每一列下一张图片的</a:t>
            </a:r>
            <a:r>
              <a:rPr lang="en-US" altLang="zh-CN" dirty="0"/>
              <a:t>top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zh-CN" altLang="en-US" dirty="0"/>
              <a:t>（最开始时每列第一张都为</a:t>
            </a:r>
            <a:r>
              <a:rPr lang="en-US" altLang="zh-CN" dirty="0"/>
              <a:t>top</a:t>
            </a:r>
            <a:r>
              <a:rPr lang="zh-CN" altLang="en-US" dirty="0"/>
              <a:t>值</a:t>
            </a:r>
            <a:r>
              <a:rPr lang="en-US" altLang="zh-CN" dirty="0"/>
              <a:t> 0</a:t>
            </a:r>
            <a:r>
              <a:rPr lang="zh-CN" altLang="en-US" dirty="0"/>
              <a:t>）下一张图片的</a:t>
            </a:r>
            <a:r>
              <a:rPr lang="en-US" altLang="zh-CN" dirty="0"/>
              <a:t>top</a:t>
            </a:r>
            <a:r>
              <a:rPr lang="zh-CN" altLang="en-US" dirty="0"/>
              <a:t>值为上面图片的高的加间隙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设置图片位置时</a:t>
            </a:r>
            <a:endParaRPr lang="en-US" altLang="zh-CN" dirty="0"/>
          </a:p>
          <a:p>
            <a:r>
              <a:rPr lang="en-US" altLang="zh-CN" dirty="0"/>
              <a:t>    1.</a:t>
            </a:r>
            <a:r>
              <a:rPr lang="zh-CN" altLang="en-US" dirty="0"/>
              <a:t>得到数组中最小值，设置</a:t>
            </a:r>
            <a:r>
              <a:rPr lang="en-US" altLang="zh-CN" dirty="0"/>
              <a:t>top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en-US" altLang="zh-CN" dirty="0"/>
              <a:t>    2.</a:t>
            </a:r>
            <a:r>
              <a:rPr lang="zh-CN" altLang="en-US" dirty="0"/>
              <a:t>更新数组该项的</a:t>
            </a:r>
            <a:r>
              <a:rPr lang="en-US" altLang="zh-CN" dirty="0"/>
              <a:t>top</a:t>
            </a:r>
            <a:r>
              <a:rPr lang="zh-CN" altLang="en-US" dirty="0"/>
              <a:t>值</a:t>
            </a:r>
            <a:endParaRPr lang="en-US" altLang="zh-CN" dirty="0"/>
          </a:p>
          <a:p>
            <a:r>
              <a:rPr lang="en-US" altLang="zh-CN" dirty="0"/>
              <a:t>    3.</a:t>
            </a:r>
            <a:r>
              <a:rPr lang="zh-CN" altLang="en-US" dirty="0"/>
              <a:t>得到该项是数组的第几项</a:t>
            </a:r>
            <a:r>
              <a:rPr lang="en-US" altLang="zh-CN" dirty="0"/>
              <a:t>,</a:t>
            </a:r>
            <a:r>
              <a:rPr lang="zh-CN" altLang="en-US" dirty="0"/>
              <a:t>用于计算</a:t>
            </a:r>
            <a:r>
              <a:rPr lang="en-US" altLang="zh-CN" dirty="0"/>
              <a:t>left</a:t>
            </a:r>
            <a:r>
              <a:rPr lang="zh-CN" altLang="en-US" dirty="0"/>
              <a:t>值</a:t>
            </a:r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CEE448-C387-4EC9-B879-4990671DF4B2}"/>
              </a:ext>
            </a:extLst>
          </p:cNvPr>
          <p:cNvSpPr/>
          <p:nvPr/>
        </p:nvSpPr>
        <p:spPr>
          <a:xfrm>
            <a:off x="6966406" y="2239652"/>
            <a:ext cx="1406167" cy="2506745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DEDF90-B6C4-4E7D-A5AE-6A17225CBF34}"/>
              </a:ext>
            </a:extLst>
          </p:cNvPr>
          <p:cNvSpPr/>
          <p:nvPr/>
        </p:nvSpPr>
        <p:spPr>
          <a:xfrm>
            <a:off x="673228" y="2651288"/>
            <a:ext cx="1626913" cy="189950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18B4C97-FD34-49C2-9951-5396ACF269BC}"/>
              </a:ext>
            </a:extLst>
          </p:cNvPr>
          <p:cNvSpPr/>
          <p:nvPr/>
        </p:nvSpPr>
        <p:spPr>
          <a:xfrm>
            <a:off x="2527953" y="3249105"/>
            <a:ext cx="1770668" cy="3170549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CCDACD8-8BE1-49FD-8353-C8F92D6E341D}"/>
              </a:ext>
            </a:extLst>
          </p:cNvPr>
          <p:cNvSpPr/>
          <p:nvPr/>
        </p:nvSpPr>
        <p:spPr>
          <a:xfrm>
            <a:off x="4747178" y="3942759"/>
            <a:ext cx="1770667" cy="189950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6BDA687-4F1F-4C74-9E1E-2FF1B3CB5906}"/>
              </a:ext>
            </a:extLst>
          </p:cNvPr>
          <p:cNvSpPr txBox="1"/>
          <p:nvPr/>
        </p:nvSpPr>
        <p:spPr>
          <a:xfrm>
            <a:off x="4259340" y="1932495"/>
            <a:ext cx="461665" cy="16496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EC295E-471E-4717-AE8C-E2B7F24AB960}"/>
              </a:ext>
            </a:extLst>
          </p:cNvPr>
          <p:cNvSpPr txBox="1"/>
          <p:nvPr/>
        </p:nvSpPr>
        <p:spPr>
          <a:xfrm>
            <a:off x="961534" y="4550789"/>
            <a:ext cx="96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49E5089-7280-4029-A049-E0C197F6626E}"/>
              </a:ext>
            </a:extLst>
          </p:cNvPr>
          <p:cNvCxnSpPr/>
          <p:nvPr/>
        </p:nvCxnSpPr>
        <p:spPr>
          <a:xfrm flipV="1">
            <a:off x="810705" y="160256"/>
            <a:ext cx="0" cy="475986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532F55-9E9F-4BC3-A974-81279D56596D}"/>
              </a:ext>
            </a:extLst>
          </p:cNvPr>
          <p:cNvCxnSpPr>
            <a:cxnSpLocks/>
          </p:cNvCxnSpPr>
          <p:nvPr/>
        </p:nvCxnSpPr>
        <p:spPr>
          <a:xfrm flipV="1">
            <a:off x="1132788" y="161828"/>
            <a:ext cx="0" cy="248946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2BA5988-0565-4EFB-B504-946A1C56679D}"/>
              </a:ext>
            </a:extLst>
          </p:cNvPr>
          <p:cNvSpPr txBox="1"/>
          <p:nvPr/>
        </p:nvSpPr>
        <p:spPr>
          <a:xfrm>
            <a:off x="742353" y="358219"/>
            <a:ext cx="461665" cy="175338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/>
              <a:t>Top</a:t>
            </a:r>
            <a:r>
              <a:rPr lang="zh-CN" altLang="en-US" dirty="0"/>
              <a:t>值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3648A26-EEEA-44FD-9412-57FC2BE6FC46}"/>
              </a:ext>
            </a:extLst>
          </p:cNvPr>
          <p:cNvSpPr/>
          <p:nvPr/>
        </p:nvSpPr>
        <p:spPr>
          <a:xfrm>
            <a:off x="680302" y="4892510"/>
            <a:ext cx="1687396" cy="16874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09CD4F5-8C66-4D65-8084-FC2F564BDD2F}"/>
              </a:ext>
            </a:extLst>
          </p:cNvPr>
          <p:cNvCxnSpPr>
            <a:cxnSpLocks/>
          </p:cNvCxnSpPr>
          <p:nvPr/>
        </p:nvCxnSpPr>
        <p:spPr>
          <a:xfrm flipV="1">
            <a:off x="2912882" y="160256"/>
            <a:ext cx="0" cy="308885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AE73DE44-390A-4C4A-A501-36106E6AA266}"/>
              </a:ext>
            </a:extLst>
          </p:cNvPr>
          <p:cNvCxnSpPr>
            <a:cxnSpLocks/>
          </p:cNvCxnSpPr>
          <p:nvPr/>
        </p:nvCxnSpPr>
        <p:spPr>
          <a:xfrm flipV="1">
            <a:off x="3263244" y="160256"/>
            <a:ext cx="0" cy="64856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B902DCA-2D59-4D0A-B93B-44E07FCD777C}"/>
              </a:ext>
            </a:extLst>
          </p:cNvPr>
          <p:cNvCxnSpPr>
            <a:cxnSpLocks/>
          </p:cNvCxnSpPr>
          <p:nvPr/>
        </p:nvCxnSpPr>
        <p:spPr>
          <a:xfrm flipV="1">
            <a:off x="5290008" y="160256"/>
            <a:ext cx="0" cy="37825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BC037DE-7641-4271-91F1-CEBF47AA9ED4}"/>
              </a:ext>
            </a:extLst>
          </p:cNvPr>
          <p:cNvCxnSpPr>
            <a:cxnSpLocks/>
          </p:cNvCxnSpPr>
          <p:nvPr/>
        </p:nvCxnSpPr>
        <p:spPr>
          <a:xfrm flipV="1">
            <a:off x="5761348" y="160256"/>
            <a:ext cx="0" cy="59349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5CCEE3C-58D9-4D26-9200-7E94AFBD0BF3}"/>
              </a:ext>
            </a:extLst>
          </p:cNvPr>
          <p:cNvCxnSpPr>
            <a:cxnSpLocks/>
          </p:cNvCxnSpPr>
          <p:nvPr/>
        </p:nvCxnSpPr>
        <p:spPr>
          <a:xfrm flipV="1">
            <a:off x="7580721" y="160255"/>
            <a:ext cx="0" cy="207939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973C91DE-F233-468B-9F29-29429C1775BE}"/>
              </a:ext>
            </a:extLst>
          </p:cNvPr>
          <p:cNvCxnSpPr>
            <a:cxnSpLocks/>
          </p:cNvCxnSpPr>
          <p:nvPr/>
        </p:nvCxnSpPr>
        <p:spPr>
          <a:xfrm flipV="1">
            <a:off x="7769257" y="160255"/>
            <a:ext cx="0" cy="486109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E2D9B1B-8618-4151-9501-1992BFF8CEFF}"/>
              </a:ext>
            </a:extLst>
          </p:cNvPr>
          <p:cNvSpPr txBox="1"/>
          <p:nvPr/>
        </p:nvSpPr>
        <p:spPr>
          <a:xfrm>
            <a:off x="3328447" y="2995309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4D19401-8A11-4960-BCE0-FB853E2933F2}"/>
              </a:ext>
            </a:extLst>
          </p:cNvPr>
          <p:cNvSpPr txBox="1"/>
          <p:nvPr/>
        </p:nvSpPr>
        <p:spPr>
          <a:xfrm>
            <a:off x="2670140" y="6294691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D689587-9A17-4A14-B030-8B37C5AB7A55}"/>
              </a:ext>
            </a:extLst>
          </p:cNvPr>
          <p:cNvSpPr txBox="1"/>
          <p:nvPr/>
        </p:nvSpPr>
        <p:spPr>
          <a:xfrm>
            <a:off x="4733827" y="3685760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96857D2-2DEC-4732-B6B0-5F5FD5574702}"/>
              </a:ext>
            </a:extLst>
          </p:cNvPr>
          <p:cNvSpPr txBox="1"/>
          <p:nvPr/>
        </p:nvSpPr>
        <p:spPr>
          <a:xfrm>
            <a:off x="5235018" y="5795347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0919642-4636-48C1-82AB-66D427E62ACE}"/>
              </a:ext>
            </a:extLst>
          </p:cNvPr>
          <p:cNvSpPr txBox="1"/>
          <p:nvPr/>
        </p:nvSpPr>
        <p:spPr>
          <a:xfrm>
            <a:off x="7760614" y="1978785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FACCDE8-204B-4EAC-B6D2-42A5BE1AC073}"/>
              </a:ext>
            </a:extLst>
          </p:cNvPr>
          <p:cNvSpPr txBox="1"/>
          <p:nvPr/>
        </p:nvSpPr>
        <p:spPr>
          <a:xfrm>
            <a:off x="7292411" y="4652013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E8A66D-2F80-4461-9FC7-8900A0EC8A84}"/>
              </a:ext>
            </a:extLst>
          </p:cNvPr>
          <p:cNvSpPr txBox="1"/>
          <p:nvPr/>
        </p:nvSpPr>
        <p:spPr>
          <a:xfrm>
            <a:off x="1060494" y="2355522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77781F0-55B3-4217-80C0-69C4AF11DC2F}"/>
              </a:ext>
            </a:extLst>
          </p:cNvPr>
          <p:cNvSpPr txBox="1"/>
          <p:nvPr/>
        </p:nvSpPr>
        <p:spPr>
          <a:xfrm>
            <a:off x="2046792" y="1754326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9448AF1-C35A-425F-847D-C810BED5232C}"/>
              </a:ext>
            </a:extLst>
          </p:cNvPr>
          <p:cNvSpPr txBox="1"/>
          <p:nvPr/>
        </p:nvSpPr>
        <p:spPr>
          <a:xfrm>
            <a:off x="6375659" y="2970171"/>
            <a:ext cx="86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间隙</a:t>
            </a:r>
          </a:p>
        </p:txBody>
      </p:sp>
    </p:spTree>
    <p:extLst>
      <p:ext uri="{BB962C8B-B14F-4D97-AF65-F5344CB8AC3E}">
        <p14:creationId xmlns:p14="http://schemas.microsoft.com/office/powerpoint/2010/main" val="256642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92D95A65-E02C-4500-B829-00FB2F3475A9}"/>
              </a:ext>
            </a:extLst>
          </p:cNvPr>
          <p:cNvSpPr txBox="1"/>
          <p:nvPr/>
        </p:nvSpPr>
        <p:spPr>
          <a:xfrm>
            <a:off x="8625526" y="0"/>
            <a:ext cx="3186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5442EE-E789-4465-AA43-C4A7900AF7B2}"/>
              </a:ext>
            </a:extLst>
          </p:cNvPr>
          <p:cNvSpPr txBox="1"/>
          <p:nvPr/>
        </p:nvSpPr>
        <p:spPr>
          <a:xfrm>
            <a:off x="942680" y="301658"/>
            <a:ext cx="121134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（图片的数量 *</a:t>
            </a:r>
            <a:r>
              <a:rPr lang="en-US" altLang="zh-CN" dirty="0"/>
              <a:t> </a:t>
            </a:r>
            <a:r>
              <a:rPr lang="zh-CN" altLang="en-US" dirty="0"/>
              <a:t>图片的宽度） </a:t>
            </a:r>
            <a:r>
              <a:rPr lang="en-US" altLang="zh-CN" dirty="0"/>
              <a:t>+ </a:t>
            </a:r>
            <a:r>
              <a:rPr lang="zh-CN" altLang="en-US" dirty="0"/>
              <a:t>（图片数量</a:t>
            </a:r>
            <a:r>
              <a:rPr lang="en-US" altLang="zh-CN" dirty="0"/>
              <a:t>-1 </a:t>
            </a:r>
            <a:r>
              <a:rPr lang="zh-CN" altLang="en-US" dirty="0"/>
              <a:t>* 间隙）</a:t>
            </a:r>
            <a:r>
              <a:rPr lang="en-US" altLang="zh-CN" dirty="0"/>
              <a:t>= </a:t>
            </a:r>
            <a:r>
              <a:rPr lang="zh-CN" altLang="en-US" dirty="0"/>
              <a:t>容器内容区的总宽度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（图片的数量 * 图片的宽度）</a:t>
            </a:r>
            <a:r>
              <a:rPr lang="en-US" altLang="zh-CN" dirty="0"/>
              <a:t>+  </a:t>
            </a:r>
            <a:r>
              <a:rPr lang="zh-CN" altLang="en-US" dirty="0"/>
              <a:t>（图片数量 * 间隙）</a:t>
            </a:r>
            <a:r>
              <a:rPr lang="en-US" altLang="zh-CN" dirty="0"/>
              <a:t>= </a:t>
            </a:r>
            <a:r>
              <a:rPr lang="zh-CN" altLang="en-US" dirty="0"/>
              <a:t>容器内容区的总宽度</a:t>
            </a:r>
            <a:r>
              <a:rPr lang="en-US" altLang="zh-CN" dirty="0"/>
              <a:t>+1</a:t>
            </a:r>
            <a:r>
              <a:rPr lang="zh-CN" altLang="en-US" dirty="0"/>
              <a:t>个间隙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图片数量</a:t>
            </a:r>
            <a:r>
              <a:rPr lang="en-US" altLang="zh-CN" dirty="0"/>
              <a:t>=(</a:t>
            </a:r>
            <a:r>
              <a:rPr lang="zh-CN" altLang="en-US" dirty="0"/>
              <a:t>容器内容总宽度</a:t>
            </a:r>
            <a:r>
              <a:rPr lang="en-US" altLang="zh-CN" dirty="0"/>
              <a:t>+1</a:t>
            </a:r>
            <a:r>
              <a:rPr lang="zh-CN" altLang="en-US" dirty="0"/>
              <a:t>个间隙</a:t>
            </a:r>
            <a:r>
              <a:rPr lang="en-US" altLang="zh-CN" dirty="0"/>
              <a:t>) / (</a:t>
            </a:r>
            <a:r>
              <a:rPr lang="zh-CN" altLang="en-US" dirty="0"/>
              <a:t>图片宽度</a:t>
            </a:r>
            <a:r>
              <a:rPr lang="en-US" altLang="zh-CN" dirty="0"/>
              <a:t>+</a:t>
            </a:r>
            <a:r>
              <a:rPr lang="zh-CN" altLang="en-US" dirty="0"/>
              <a:t>间隙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                            </a:t>
            </a:r>
            <a:r>
              <a:rPr lang="zh-CN" altLang="en-US" dirty="0"/>
              <a:t>这个值          分成多少个   这个值      </a:t>
            </a:r>
            <a:endParaRPr lang="en-US" altLang="zh-CN" dirty="0"/>
          </a:p>
          <a:p>
            <a:r>
              <a:rPr lang="en-US" altLang="zh-CN" dirty="0"/>
              <a:t>  </a:t>
            </a:r>
          </a:p>
          <a:p>
            <a:r>
              <a:rPr lang="en-US" altLang="zh-CN" dirty="0"/>
              <a:t>   </a:t>
            </a:r>
            <a:r>
              <a:rPr lang="zh-CN" altLang="en-US" dirty="0"/>
              <a:t>必须向下取整</a:t>
            </a:r>
            <a:r>
              <a:rPr lang="en-US" altLang="zh-CN" dirty="0"/>
              <a:t>,</a:t>
            </a:r>
            <a:r>
              <a:rPr lang="zh-CN" altLang="en-US" dirty="0"/>
              <a:t>因为剩有空间不够一张图片</a:t>
            </a:r>
            <a:r>
              <a:rPr lang="en-US" altLang="zh-CN" dirty="0"/>
              <a:t>,</a:t>
            </a:r>
            <a:r>
              <a:rPr lang="zh-CN" altLang="en-US" dirty="0"/>
              <a:t>就不能继续放图片，所以要向下取整</a:t>
            </a:r>
            <a:r>
              <a:rPr lang="en-US" altLang="zh-CN" dirty="0"/>
              <a:t>(</a:t>
            </a:r>
            <a:r>
              <a:rPr lang="zh-CN" altLang="en-US" dirty="0"/>
              <a:t>向小取整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   </a:t>
            </a:r>
            <a:r>
              <a:rPr lang="zh-CN" altLang="en-US" dirty="0"/>
              <a:t>计算图片水平间隙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容器总宽度</a:t>
            </a:r>
            <a:r>
              <a:rPr lang="en-US" altLang="zh-CN" dirty="0"/>
              <a:t>-(</a:t>
            </a:r>
            <a:r>
              <a:rPr lang="zh-CN" altLang="en-US" dirty="0"/>
              <a:t>图片数量的总宽度</a:t>
            </a:r>
            <a:r>
              <a:rPr lang="en-US" altLang="zh-CN" dirty="0"/>
              <a:t>:</a:t>
            </a:r>
            <a:r>
              <a:rPr lang="zh-CN" altLang="en-US" dirty="0"/>
              <a:t>为图片数量</a:t>
            </a:r>
            <a:r>
              <a:rPr lang="en-US" altLang="zh-CN" dirty="0"/>
              <a:t> * </a:t>
            </a:r>
            <a:r>
              <a:rPr lang="zh-CN" altLang="en-US" dirty="0"/>
              <a:t>图片宽度</a:t>
            </a:r>
            <a:r>
              <a:rPr lang="en-US" altLang="zh-CN" dirty="0"/>
              <a:t>) = </a:t>
            </a:r>
            <a:r>
              <a:rPr lang="zh-CN" altLang="en-US" dirty="0"/>
              <a:t>全部水平间隙总和 </a:t>
            </a:r>
            <a:r>
              <a:rPr lang="en-US" altLang="zh-CN" dirty="0"/>
              <a:t>/ (</a:t>
            </a:r>
            <a:r>
              <a:rPr lang="zh-CN" altLang="en-US" dirty="0"/>
              <a:t>图片数量</a:t>
            </a:r>
            <a:r>
              <a:rPr lang="en-US" altLang="zh-CN" dirty="0"/>
              <a:t>-1) = </a:t>
            </a:r>
            <a:r>
              <a:rPr lang="zh-CN" altLang="en-US" dirty="0"/>
              <a:t>一个水平间隙的宽度</a:t>
            </a:r>
            <a:r>
              <a:rPr lang="en-US" altLang="zh-CN" dirty="0"/>
              <a:t> 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5561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273</Words>
  <Application>Microsoft Office PowerPoint</Application>
  <PresentationFormat>宽屏</PresentationFormat>
  <Paragraphs>32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劉 玉联</dc:creator>
  <cp:lastModifiedBy>劉 玉联</cp:lastModifiedBy>
  <cp:revision>10</cp:revision>
  <dcterms:created xsi:type="dcterms:W3CDTF">2020-01-03T06:20:56Z</dcterms:created>
  <dcterms:modified xsi:type="dcterms:W3CDTF">2020-01-03T14:38:16Z</dcterms:modified>
</cp:coreProperties>
</file>