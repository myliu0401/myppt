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3022600" y="1816735"/>
            <a:ext cx="3013075" cy="1908175"/>
          </a:xfrm>
          <a:prstGeom prst="ellipse">
            <a:avLst/>
          </a:prstGeom>
          <a:noFill/>
          <a:ln w="793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746625" y="1089660"/>
            <a:ext cx="3013075" cy="1908175"/>
          </a:xfrm>
          <a:prstGeom prst="ellipse">
            <a:avLst/>
          </a:prstGeom>
          <a:noFill/>
          <a:ln w="793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689475" y="1725930"/>
            <a:ext cx="201295" cy="19113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904865" y="2870835"/>
            <a:ext cx="201295" cy="22098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04865" y="2997835"/>
            <a:ext cx="3253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终点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187190" y="1448435"/>
            <a:ext cx="893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起点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02945" y="1089660"/>
            <a:ext cx="4478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根据两个点可以确定两个圆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2" name="弧形 11"/>
          <p:cNvSpPr/>
          <p:nvPr/>
        </p:nvSpPr>
        <p:spPr>
          <a:xfrm>
            <a:off x="3409315" y="1816735"/>
            <a:ext cx="2696845" cy="2419985"/>
          </a:xfrm>
          <a:prstGeom prst="arc">
            <a:avLst>
              <a:gd name="adj1" fmla="val 16388348"/>
              <a:gd name="adj2" fmla="val 21164822"/>
            </a:avLst>
          </a:prstGeom>
          <a:ln w="698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弧形 12"/>
          <p:cNvSpPr/>
          <p:nvPr/>
        </p:nvSpPr>
        <p:spPr>
          <a:xfrm>
            <a:off x="4746625" y="1194435"/>
            <a:ext cx="2696845" cy="1804035"/>
          </a:xfrm>
          <a:prstGeom prst="arc">
            <a:avLst>
              <a:gd name="adj1" fmla="val 5525565"/>
              <a:gd name="adj2" fmla="val 11652501"/>
            </a:avLst>
          </a:prstGeom>
          <a:ln w="698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84225" y="123190"/>
            <a:ext cx="11216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指令</a:t>
            </a:r>
            <a:r>
              <a:rPr lang="en-US" altLang="zh-CN"/>
              <a:t>A  </a:t>
            </a:r>
            <a:r>
              <a:rPr lang="zh-CN" altLang="en-US"/>
              <a:t>横向半径   纵向半径    旋转角度</a:t>
            </a:r>
            <a:r>
              <a:rPr lang="en-US" altLang="zh-CN"/>
              <a:t>(0~1)</a:t>
            </a:r>
            <a:endParaRPr lang="zh-CN" altLang="en-US"/>
          </a:p>
          <a:p>
            <a:r>
              <a:rPr lang="zh-CN" altLang="en-US"/>
              <a:t>             大小弧 </a:t>
            </a:r>
            <a:r>
              <a:rPr lang="en-US" altLang="zh-CN"/>
              <a:t>(0</a:t>
            </a:r>
            <a:r>
              <a:rPr lang="zh-CN" altLang="en-US"/>
              <a:t>为小弧 </a:t>
            </a:r>
            <a:r>
              <a:rPr lang="en-US" altLang="zh-CN"/>
              <a:t>1</a:t>
            </a:r>
            <a:r>
              <a:rPr lang="zh-CN" altLang="en-US"/>
              <a:t>为大弧</a:t>
            </a:r>
            <a:r>
              <a:rPr lang="en-US" altLang="zh-CN"/>
              <a:t>)</a:t>
            </a:r>
            <a:r>
              <a:rPr lang="zh-CN" altLang="en-US"/>
              <a:t>    顺逆时针 </a:t>
            </a:r>
            <a:r>
              <a:rPr lang="en-US" altLang="zh-CN"/>
              <a:t>(0</a:t>
            </a:r>
            <a:r>
              <a:rPr lang="zh-CN" altLang="en-US"/>
              <a:t>为逆</a:t>
            </a:r>
            <a:r>
              <a:rPr lang="en-US" altLang="zh-CN"/>
              <a:t>1</a:t>
            </a:r>
            <a:r>
              <a:rPr lang="zh-CN" altLang="en-US"/>
              <a:t>为顺</a:t>
            </a:r>
            <a:r>
              <a:rPr lang="en-US" altLang="zh-CN"/>
              <a:t>)</a:t>
            </a:r>
            <a:r>
              <a:rPr lang="zh-CN" altLang="en-US"/>
              <a:t>   终点</a:t>
            </a:r>
            <a:r>
              <a:rPr lang="en-US" altLang="zh-CN"/>
              <a:t>X   Y</a:t>
            </a:r>
            <a:endParaRPr lang="en-US" altLang="zh-CN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2475230" y="3469005"/>
            <a:ext cx="934085" cy="1295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7759700" y="1384300"/>
            <a:ext cx="1094740" cy="3416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01650" y="1630680"/>
            <a:ext cx="23101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根据顺时针、逆时针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       </a:t>
            </a:r>
            <a:r>
              <a:rPr lang="zh-CN" altLang="en-US">
                <a:solidFill>
                  <a:srgbClr val="FF0000"/>
                </a:solidFill>
              </a:rPr>
              <a:t>大小弧来 显示 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06550" y="4753610"/>
            <a:ext cx="3334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如果逆时针画  且弧度 为</a:t>
            </a:r>
            <a:r>
              <a:rPr lang="en-US" altLang="zh-CN"/>
              <a:t>1 </a:t>
            </a:r>
            <a:r>
              <a:rPr lang="zh-CN" altLang="en-US"/>
              <a:t>则显示这条弧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977630" y="1168400"/>
            <a:ext cx="3675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如果顺时针画  且弧度为</a:t>
            </a:r>
            <a:r>
              <a:rPr lang="en-US" altLang="zh-CN"/>
              <a:t>1 </a:t>
            </a:r>
            <a:r>
              <a:rPr lang="zh-CN" altLang="en-US"/>
              <a:t>则显</a:t>
            </a:r>
            <a:endParaRPr lang="zh-CN" altLang="en-US"/>
          </a:p>
          <a:p>
            <a:r>
              <a:rPr lang="zh-CN" altLang="en-US"/>
              <a:t>这条弧</a:t>
            </a:r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 flipV="1">
            <a:off x="5373370" y="2870835"/>
            <a:ext cx="991870" cy="309816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5993765" y="6129655"/>
            <a:ext cx="4900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如果逆时针画 且弧度为</a:t>
            </a:r>
            <a:r>
              <a:rPr lang="en-US" altLang="zh-CN"/>
              <a:t>0 </a:t>
            </a:r>
            <a:r>
              <a:rPr lang="zh-CN" altLang="en-US"/>
              <a:t>则显示这条弧</a:t>
            </a:r>
            <a:endParaRPr lang="zh-CN" altLang="en-US"/>
          </a:p>
        </p:txBody>
      </p:sp>
      <p:cxnSp>
        <p:nvCxnSpPr>
          <p:cNvPr id="28" name="直接箭头连接符 27"/>
          <p:cNvCxnSpPr/>
          <p:nvPr/>
        </p:nvCxnSpPr>
        <p:spPr>
          <a:xfrm flipH="1" flipV="1">
            <a:off x="6106160" y="2617470"/>
            <a:ext cx="2780030" cy="43878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8876030" y="2905760"/>
            <a:ext cx="33242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如果顺时针画  且弧度为</a:t>
            </a:r>
            <a:r>
              <a:rPr lang="en-US" altLang="zh-CN"/>
              <a:t>0 </a:t>
            </a:r>
            <a:r>
              <a:rPr lang="zh-CN" altLang="en-US"/>
              <a:t>则显示这条弧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WPS 演示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个头北北叫</cp:lastModifiedBy>
  <cp:revision>3</cp:revision>
  <dcterms:created xsi:type="dcterms:W3CDTF">2020-05-06T19:18:35Z</dcterms:created>
  <dcterms:modified xsi:type="dcterms:W3CDTF">2020-05-06T19:40:21Z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